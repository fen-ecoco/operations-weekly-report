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</c:v>
                </c:pt>
                <c:pt idx="1">
                  <c:v>92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瓶蓋桶已滿</c:v>
                </c:pt>
                <c:pt idx="1">
                  <c:v>履帶未作動或異常抖動</c:v>
                </c:pt>
                <c:pt idx="2">
                  <c:v>機台需維護/故障提醒</c:v>
                </c:pt>
                <c:pt idx="3">
                  <c:v>辨識失敗異常或錯誤</c:v>
                </c:pt>
                <c:pt idx="4">
                  <c:v>機台關閉/無法啟動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46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  <c:pt idx="5">
                  <c:v>19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07/06 ~ 07/12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25週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06/15-06/21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26週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06/22-06/28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▲65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27週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06/29-07/05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28週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07/06-07/12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主分類佔比（07/06 ~ 07/12）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2件　1.4%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92件　66.7%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14件　10.1%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12件　8.7%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10件　7.2%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　5.8%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14件・10.1%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325087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APP畫面顯示與機台狀態不符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8件・5.8%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186684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5件・3.6%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115873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07/06 ~ 07/12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　46件（50%）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　8件（8.7%）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機台需維護/故障提醒　7件（7.6%）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辨識失敗異常或錯誤　6件（6.5%）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機台關閉/無法啟動　6件（6.5%）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19件（20.7%）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（112件）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（7件）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本週熱點站點（第28週：07/06 ~ 07/12）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1330909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227228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227228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2791663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454457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48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【注意】點數未入帳號 持續高位｜本週14件（10.1%）。收瓶機 瓶蓋桶已滿 46件（41.0%）居首，請確認清空頻率。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833872" y="255117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全聯福利中心苓雅三多店站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833872" y="275691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全聯福利中心彌陀中正東店站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833872" y="296265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全聯福利中心左營自由二店站</a:t>
            </a:r>
            <a:endParaRPr lang="en-US" sz="90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833872" y="343357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小北百貨台南鹽行店站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833872" y="363931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全聯福利中心學甲華宗店站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833872" y="384505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全聯福利中心新營金華店站</a:t>
            </a:r>
            <a:endParaRPr lang="en-US" sz="90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臺中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833872" y="431596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全聯福利中心台中中平店站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833872" y="452170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億進寢具南屯東興店站</a:t>
            </a:r>
            <a:endParaRPr lang="en-US" sz="90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833872" y="472744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小北百貨台中大甲店站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2026-07-13T03:00:11Z</dcterms:created>
  <dcterms:modified xsi:type="dcterms:W3CDTF">2026-07-13T03:00:11Z</dcterms:modified>
</cp:coreProperties>
</file>