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佔比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0E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320-4E37-BA7E-CB8BDB51C9DD}"/>
              </c:ext>
            </c:extLst>
          </c:dPt>
          <c:dPt>
            <c:idx val="1"/>
            <c:bubble3D val="0"/>
            <c:spPr>
              <a:solidFill>
                <a:srgbClr val="FF5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320-4E37-BA7E-CB8BDB51C9DD}"/>
              </c:ext>
            </c:extLst>
          </c:dPt>
          <c:dPt>
            <c:idx val="2"/>
            <c:bubble3D val="0"/>
            <c:spPr>
              <a:solidFill>
                <a:srgbClr val="0076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320-4E37-BA7E-CB8BDB51C9DD}"/>
              </c:ext>
            </c:extLst>
          </c:dPt>
          <c:dPt>
            <c:idx val="3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320-4E37-BA7E-CB8BDB51C9DD}"/>
              </c:ext>
            </c:extLst>
          </c:dPt>
          <c:dPt>
            <c:idx val="4"/>
            <c:bubble3D val="0"/>
            <c:spPr>
              <a:solidFill>
                <a:srgbClr val="8EB8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320-4E37-BA7E-CB8BDB51C9DD}"/>
              </c:ext>
            </c:extLst>
          </c:dPt>
          <c:dPt>
            <c:idx val="5"/>
            <c:bubble3D val="0"/>
            <c:spPr>
              <a:solidFill>
                <a:srgbClr val="FAE0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320-4E37-BA7E-CB8BDB51C9D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320-4E37-BA7E-CB8BDB51C9D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320-4E37-BA7E-CB8BDB51C9D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320-4E37-BA7E-CB8BDB51C9D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20-4E37-BA7E-CB8BDB51C9D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320-4E37-BA7E-CB8BDB51C9DD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320-4E37-BA7E-CB8BDB51C9D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APP帳號設定問題</c:v>
                </c:pt>
                <c:pt idx="1">
                  <c:v>機台問題</c:v>
                </c:pt>
                <c:pt idx="2">
                  <c:v>回收點數問題</c:v>
                </c:pt>
                <c:pt idx="3">
                  <c:v>顧客關係</c:v>
                </c:pt>
                <c:pt idx="4">
                  <c:v>優惠券問題</c:v>
                </c:pt>
                <c:pt idx="5">
                  <c:v>APP使用問題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92</c:v>
                </c:pt>
                <c:pt idx="2">
                  <c:v>14</c:v>
                </c:pt>
                <c:pt idx="3">
                  <c:v>12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320-4E37-BA7E-CB8BDB51C9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機台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CF7-40DD-B396-BFC5BF904CEB}"/>
              </c:ext>
            </c:extLst>
          </c:dPt>
          <c:dPt>
            <c:idx val="1"/>
            <c:bubble3D val="0"/>
            <c:spPr>
              <a:solidFill>
                <a:srgbClr val="060E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CF7-40DD-B396-BFC5BF904CEB}"/>
              </c:ext>
            </c:extLst>
          </c:dPt>
          <c:dPt>
            <c:idx val="2"/>
            <c:bubble3D val="0"/>
            <c:spPr>
              <a:solidFill>
                <a:srgbClr val="0076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CF7-40DD-B396-BFC5BF904CEB}"/>
              </c:ext>
            </c:extLst>
          </c:dPt>
          <c:dPt>
            <c:idx val="3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CF7-40DD-B396-BFC5BF904CEB}"/>
              </c:ext>
            </c:extLst>
          </c:dPt>
          <c:dPt>
            <c:idx val="4"/>
            <c:bubble3D val="0"/>
            <c:spPr>
              <a:solidFill>
                <a:srgbClr val="8EB8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CF7-40DD-B396-BFC5BF904CEB}"/>
              </c:ext>
            </c:extLst>
          </c:dPt>
          <c:dPt>
            <c:idx val="5"/>
            <c:bubble3D val="0"/>
            <c:spPr>
              <a:solidFill>
                <a:srgbClr val="B8BE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CF7-40DD-B396-BFC5BF904CE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CF7-40DD-B396-BFC5BF904CE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CF7-40DD-B396-BFC5BF904CE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CF7-40DD-B396-BFC5BF904CE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CF7-40DD-B396-BFC5BF904CEB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CF7-40DD-B396-BFC5BF904CEB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CF7-40DD-B396-BFC5BF904CE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瓶蓋桶已滿</c:v>
                </c:pt>
                <c:pt idx="1">
                  <c:v>履帶未作動或異常抖動</c:v>
                </c:pt>
                <c:pt idx="2">
                  <c:v>機台需維護/故障提醒</c:v>
                </c:pt>
                <c:pt idx="3">
                  <c:v>辨識失敗異常或錯誤</c:v>
                </c:pt>
                <c:pt idx="4">
                  <c:v>機台關閉/無法啟動</c:v>
                </c:pt>
                <c:pt idx="5">
                  <c:v>其他機台問題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</c:v>
                </c:pt>
                <c:pt idx="1">
                  <c:v>8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CF7-40DD-B396-BFC5BF904C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400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07/06 ~ 07/12　客訴問題分析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客訴趨勢分析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646583"/>
              </p:ext>
            </p:extLst>
          </p:nvPr>
        </p:nvGraphicFramePr>
        <p:xfrm>
          <a:off x="320041" y="542109"/>
          <a:ext cx="8732519" cy="1846059"/>
        </p:xfrm>
        <a:graphic>
          <a:graphicData uri="http://schemas.openxmlformats.org/drawingml/2006/table">
            <a:tbl>
              <a:tblPr/>
              <a:tblGrid>
                <a:gridCol w="1021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8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96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57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57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57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98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週次/期間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收瓶機/方舟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二代電池機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註冊帳號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回收點數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優惠券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APP使用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顧客關係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加總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25週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06/15-06/21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62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93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26週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06/22-06/28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77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▲15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▲4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21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▲11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32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▲25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16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▲4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158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▲65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27週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06/29-07/05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103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▲26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14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▼24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24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▲8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152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28週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07/06-07/12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112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▲9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14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▲7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▼4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▼12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138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▼14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7244" marR="97244" marT="48622" marB="4862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64592" y="2404872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246888" y="24140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當週客訴佔比 + 主分類佔比（07/06 ~ 07/12）</a:t>
            </a:r>
            <a:endParaRPr lang="en-US" sz="10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" y="2642616"/>
          <a:ext cx="3529584" cy="2340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3703320" y="2706624"/>
            <a:ext cx="182880" cy="18288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3941064" y="26700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APP帳號設定問題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941064" y="28620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2件　1.4%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703320" y="3095244"/>
            <a:ext cx="182880" cy="18288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9"/>
          <p:cNvSpPr/>
          <p:nvPr/>
        </p:nvSpPr>
        <p:spPr>
          <a:xfrm>
            <a:off x="3941064" y="305866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機台問題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941064" y="325069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92件　66.7%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703320" y="3483864"/>
            <a:ext cx="182880" cy="18288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3941064" y="34472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回收點數問題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941064" y="363931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14件　10.1%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703320" y="3872484"/>
            <a:ext cx="182880" cy="182880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5"/>
          <p:cNvSpPr/>
          <p:nvPr/>
        </p:nvSpPr>
        <p:spPr>
          <a:xfrm>
            <a:off x="3941064" y="383590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顧客關係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941064" y="402793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12件　8.7%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703320" y="4261104"/>
            <a:ext cx="182880" cy="182880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8"/>
          <p:cNvSpPr/>
          <p:nvPr/>
        </p:nvSpPr>
        <p:spPr>
          <a:xfrm>
            <a:off x="3941064" y="422452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優惠券問題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941064" y="441655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10件　7.2%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703320" y="4649724"/>
            <a:ext cx="182880" cy="182880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1"/>
          <p:cNvSpPr/>
          <p:nvPr/>
        </p:nvSpPr>
        <p:spPr>
          <a:xfrm>
            <a:off x="3941064" y="46131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APP使用問題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941064" y="48051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8件　5.8%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788152" y="2642616"/>
            <a:ext cx="3264408" cy="800100"/>
          </a:xfrm>
          <a:prstGeom prst="rect">
            <a:avLst/>
          </a:prstGeom>
          <a:solidFill>
            <a:srgbClr val="FFF4E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4"/>
          <p:cNvSpPr/>
          <p:nvPr/>
        </p:nvSpPr>
        <p:spPr>
          <a:xfrm>
            <a:off x="5788152" y="2642616"/>
            <a:ext cx="45720" cy="80010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5"/>
          <p:cNvSpPr/>
          <p:nvPr/>
        </p:nvSpPr>
        <p:spPr>
          <a:xfrm>
            <a:off x="5879592" y="26974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089904" y="26974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089904" y="291693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14件・10.1%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8348472" y="271576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33" name="Shape 29"/>
          <p:cNvSpPr/>
          <p:nvPr/>
        </p:nvSpPr>
        <p:spPr>
          <a:xfrm>
            <a:off x="5833872" y="338785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0"/>
          <p:cNvSpPr/>
          <p:nvPr/>
        </p:nvSpPr>
        <p:spPr>
          <a:xfrm>
            <a:off x="5833872" y="3387852"/>
            <a:ext cx="325087" cy="457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1"/>
          <p:cNvSpPr/>
          <p:nvPr/>
        </p:nvSpPr>
        <p:spPr>
          <a:xfrm>
            <a:off x="5788152" y="3465576"/>
            <a:ext cx="3264408" cy="800100"/>
          </a:xfrm>
          <a:prstGeom prst="rect">
            <a:avLst/>
          </a:prstGeom>
          <a:solidFill>
            <a:srgbClr val="EEF6FB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2"/>
          <p:cNvSpPr/>
          <p:nvPr/>
        </p:nvSpPr>
        <p:spPr>
          <a:xfrm>
            <a:off x="5788152" y="3465576"/>
            <a:ext cx="45720" cy="80010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3"/>
          <p:cNvSpPr/>
          <p:nvPr/>
        </p:nvSpPr>
        <p:spPr>
          <a:xfrm>
            <a:off x="5879592" y="3520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089904" y="3520440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APP畫面顯示與機台狀態不符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089904" y="373989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8件・5.8%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8348472" y="353872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41" name="Shape 37"/>
          <p:cNvSpPr/>
          <p:nvPr/>
        </p:nvSpPr>
        <p:spPr>
          <a:xfrm>
            <a:off x="5833872" y="421081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38"/>
          <p:cNvSpPr/>
          <p:nvPr/>
        </p:nvSpPr>
        <p:spPr>
          <a:xfrm>
            <a:off x="5833872" y="4210812"/>
            <a:ext cx="186684" cy="4572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39"/>
          <p:cNvSpPr/>
          <p:nvPr/>
        </p:nvSpPr>
        <p:spPr>
          <a:xfrm>
            <a:off x="5788152" y="4288536"/>
            <a:ext cx="3264408" cy="800100"/>
          </a:xfrm>
          <a:prstGeom prst="rect">
            <a:avLst/>
          </a:prstGeom>
          <a:solidFill>
            <a:srgbClr val="F5F7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0"/>
          <p:cNvSpPr/>
          <p:nvPr/>
        </p:nvSpPr>
        <p:spPr>
          <a:xfrm>
            <a:off x="5788152" y="4288536"/>
            <a:ext cx="45720" cy="80010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1"/>
          <p:cNvSpPr/>
          <p:nvPr/>
        </p:nvSpPr>
        <p:spPr>
          <a:xfrm>
            <a:off x="5879592" y="43434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089904" y="43434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許願新增站點/設站建議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089904" y="456285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5件・3.6%</a:t>
            </a:r>
            <a:endParaRPr lang="en-US" sz="1800" dirty="0"/>
          </a:p>
        </p:txBody>
      </p:sp>
      <p:sp>
        <p:nvSpPr>
          <p:cNvPr id="48" name="Text 44"/>
          <p:cNvSpPr/>
          <p:nvPr/>
        </p:nvSpPr>
        <p:spPr>
          <a:xfrm>
            <a:off x="8348472" y="436168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49" name="Shape 45"/>
          <p:cNvSpPr/>
          <p:nvPr/>
        </p:nvSpPr>
        <p:spPr>
          <a:xfrm>
            <a:off x="5833872" y="503377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6"/>
          <p:cNvSpPr/>
          <p:nvPr/>
        </p:nvSpPr>
        <p:spPr>
          <a:xfrm>
            <a:off x="5833872" y="5033772"/>
            <a:ext cx="115873" cy="4572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E58B0641-9F1E-A69F-A66D-C85D76930103}"/>
              </a:ext>
            </a:extLst>
          </p:cNvPr>
          <p:cNvSpPr txBox="1"/>
          <p:nvPr/>
        </p:nvSpPr>
        <p:spPr>
          <a:xfrm>
            <a:off x="7599970" y="2958604"/>
            <a:ext cx="1600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收瓶機*</a:t>
            </a:r>
            <a:r>
              <a:rPr lang="en-US" altLang="zh-TW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8 &amp; </a:t>
            </a:r>
            <a:r>
              <a:rPr lang="zh-TW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電池機*</a:t>
            </a:r>
            <a:r>
              <a:rPr lang="en-US" altLang="zh-TW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2</a:t>
            </a:r>
            <a:endParaRPr lang="en-US" altLang="zh-TW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07/06 ~ 07/12　機台問題佔比 與 熱門站點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客訴詳情與分類佔比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" y="475488"/>
          <a:ext cx="278892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907792" y="530352"/>
            <a:ext cx="137160" cy="13716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3090672" y="49377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　46件（50%）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907792" y="754380"/>
            <a:ext cx="137160" cy="13716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3090672" y="7178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履帶未作動或異常抖動　8件（8.7%）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07792" y="978408"/>
            <a:ext cx="137160" cy="13716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3090672" y="94183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機台需維護/故障提醒　7件（7.6%）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07792" y="1202436"/>
            <a:ext cx="137160" cy="137160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3090672" y="11658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辨識失敗異常或錯誤　6件（6.5%）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07792" y="1426464"/>
            <a:ext cx="137160" cy="137160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3090672" y="138988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機台關閉/無法啟動　6件（6.5%）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907792" y="1650492"/>
            <a:ext cx="137160" cy="137160"/>
          </a:xfrm>
          <a:prstGeom prst="rect">
            <a:avLst/>
          </a:prstGeom>
          <a:solidFill>
            <a:srgbClr val="B8BEC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3090672" y="161391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其他機台問題　19件（20.7%）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96128" y="475488"/>
            <a:ext cx="1005840" cy="1554480"/>
          </a:xfrm>
          <a:prstGeom prst="rect">
            <a:avLst/>
          </a:prstGeom>
          <a:solidFill>
            <a:srgbClr val="FFF3EC"/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559612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收瓶機/方舟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59612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559612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（112件）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693408" y="475488"/>
            <a:ext cx="1005840" cy="1554480"/>
          </a:xfrm>
          <a:prstGeom prst="rect">
            <a:avLst/>
          </a:prstGeom>
          <a:solidFill>
            <a:srgbClr val="EDF5FB"/>
          </a:solidFill>
          <a:ln w="12700">
            <a:solidFill>
              <a:srgbClr val="8EB8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/>
          <p:nvPr/>
        </p:nvSpPr>
        <p:spPr>
          <a:xfrm>
            <a:off x="669340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電池機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9340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669340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（7件）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64592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4"/>
          <p:cNvSpPr/>
          <p:nvPr/>
        </p:nvSpPr>
        <p:spPr>
          <a:xfrm>
            <a:off x="246888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收瓶機、電池機客訴 Top 3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669280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6"/>
          <p:cNvSpPr/>
          <p:nvPr/>
        </p:nvSpPr>
        <p:spPr>
          <a:xfrm>
            <a:off x="5751576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本週熱點站點（第28週：07/06 ~ 07/12）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8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41248" y="2322576"/>
            <a:ext cx="4736592" cy="333756"/>
          </a:xfrm>
          <a:prstGeom prst="rect">
            <a:avLst/>
          </a:prstGeom>
          <a:solidFill>
            <a:srgbClr val="EDF3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0"/>
          <p:cNvSpPr/>
          <p:nvPr/>
        </p:nvSpPr>
        <p:spPr>
          <a:xfrm>
            <a:off x="896112" y="238658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33856" y="23865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809744" y="235915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133856" y="2610612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4"/>
          <p:cNvSpPr/>
          <p:nvPr/>
        </p:nvSpPr>
        <p:spPr>
          <a:xfrm>
            <a:off x="1133856" y="2610612"/>
            <a:ext cx="1330909" cy="34747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5"/>
          <p:cNvSpPr/>
          <p:nvPr/>
        </p:nvSpPr>
        <p:spPr>
          <a:xfrm>
            <a:off x="841248" y="2674620"/>
            <a:ext cx="4736592" cy="333756"/>
          </a:xfrm>
          <a:prstGeom prst="rect">
            <a:avLst/>
          </a:prstGeom>
          <a:solidFill>
            <a:srgbClr val="F4F8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6"/>
          <p:cNvSpPr/>
          <p:nvPr/>
        </p:nvSpPr>
        <p:spPr>
          <a:xfrm>
            <a:off x="896112" y="273862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133856" y="27386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履帶未作動或異常抖動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809744" y="271119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60E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1133856" y="296265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0"/>
          <p:cNvSpPr/>
          <p:nvPr/>
        </p:nvSpPr>
        <p:spPr>
          <a:xfrm>
            <a:off x="1133856" y="2962656"/>
            <a:ext cx="227228" cy="34747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1"/>
          <p:cNvSpPr/>
          <p:nvPr/>
        </p:nvSpPr>
        <p:spPr>
          <a:xfrm>
            <a:off x="841248" y="3026664"/>
            <a:ext cx="4736592" cy="333756"/>
          </a:xfrm>
          <a:prstGeom prst="rect">
            <a:avLst/>
          </a:prstGeom>
          <a:solidFill>
            <a:srgbClr val="F9FB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2"/>
          <p:cNvSpPr/>
          <p:nvPr/>
        </p:nvSpPr>
        <p:spPr>
          <a:xfrm>
            <a:off x="896112" y="309067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133856" y="30906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809744" y="306324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1133856" y="3314700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6"/>
          <p:cNvSpPr/>
          <p:nvPr/>
        </p:nvSpPr>
        <p:spPr>
          <a:xfrm>
            <a:off x="1133856" y="3314700"/>
            <a:ext cx="227228" cy="34747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7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8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池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41248" y="3415284"/>
            <a:ext cx="4736592" cy="327355"/>
          </a:xfrm>
          <a:prstGeom prst="rect">
            <a:avLst/>
          </a:prstGeom>
          <a:solidFill>
            <a:srgbClr val="F0FDF7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0"/>
          <p:cNvSpPr/>
          <p:nvPr/>
        </p:nvSpPr>
        <p:spPr>
          <a:xfrm>
            <a:off x="896112" y="34792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133856" y="34792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4809744" y="345186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000" dirty="0"/>
          </a:p>
        </p:txBody>
      </p:sp>
      <p:sp>
        <p:nvSpPr>
          <p:cNvPr id="56" name="Shape 53"/>
          <p:cNvSpPr/>
          <p:nvPr/>
        </p:nvSpPr>
        <p:spPr>
          <a:xfrm>
            <a:off x="1133856" y="369417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4"/>
          <p:cNvSpPr/>
          <p:nvPr/>
        </p:nvSpPr>
        <p:spPr>
          <a:xfrm>
            <a:off x="1133856" y="3694176"/>
            <a:ext cx="2791663" cy="34747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Shape 55"/>
          <p:cNvSpPr/>
          <p:nvPr/>
        </p:nvSpPr>
        <p:spPr>
          <a:xfrm>
            <a:off x="841248" y="3760927"/>
            <a:ext cx="4736592" cy="327355"/>
          </a:xfrm>
          <a:prstGeom prst="rect">
            <a:avLst/>
          </a:prstGeom>
          <a:solidFill>
            <a:srgbClr val="F7FAFE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6"/>
          <p:cNvSpPr/>
          <p:nvPr/>
        </p:nvSpPr>
        <p:spPr>
          <a:xfrm>
            <a:off x="896112" y="3824935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B8C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1133856" y="3824935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機台操作畫面無法登入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4809744" y="3797503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E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2000" dirty="0"/>
          </a:p>
        </p:txBody>
      </p:sp>
      <p:sp>
        <p:nvSpPr>
          <p:cNvPr id="62" name="Shape 59"/>
          <p:cNvSpPr/>
          <p:nvPr/>
        </p:nvSpPr>
        <p:spPr>
          <a:xfrm>
            <a:off x="1133856" y="4039819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3" name="Shape 60"/>
          <p:cNvSpPr/>
          <p:nvPr/>
        </p:nvSpPr>
        <p:spPr>
          <a:xfrm>
            <a:off x="1133856" y="4039819"/>
            <a:ext cx="454457" cy="34747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4" name="Shape 61"/>
          <p:cNvSpPr/>
          <p:nvPr/>
        </p:nvSpPr>
        <p:spPr>
          <a:xfrm>
            <a:off x="164592" y="4151376"/>
            <a:ext cx="5376672" cy="548640"/>
          </a:xfrm>
          <a:prstGeom prst="rect">
            <a:avLst/>
          </a:prstGeom>
          <a:solidFill>
            <a:srgbClr val="FAE0B8"/>
          </a:solidFill>
          <a:ln w="12700">
            <a:solidFill>
              <a:srgbClr val="FFCE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62"/>
          <p:cNvSpPr/>
          <p:nvPr/>
        </p:nvSpPr>
        <p:spPr>
          <a:xfrm>
            <a:off x="256032" y="4169664"/>
            <a:ext cx="52303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【注意】點數未入帳號 持續高位｜本週14件（10.1%）。</a:t>
            </a:r>
          </a:p>
          <a:p>
            <a:pPr marL="0" indent="0">
              <a:buNone/>
            </a:pPr>
            <a:r>
              <a:rPr lang="zh-TW" altLang="en-US" sz="1200" dirty="0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                </a:t>
            </a:r>
            <a:r>
              <a:rPr lang="en-US" sz="1200" dirty="0" err="1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</a:t>
            </a:r>
            <a:r>
              <a:rPr lang="en-US" sz="1200" dirty="0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瓶蓋桶已滿 46件（41.0%）居首，請確認清空頻率。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5669280" y="2304288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4"/>
          <p:cNvSpPr/>
          <p:nvPr/>
        </p:nvSpPr>
        <p:spPr>
          <a:xfrm>
            <a:off x="5724144" y="23042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高雄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8412480" y="230428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5833872" y="255117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r>
              <a:rPr lang="en-US" sz="85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全聯福利中心苓雅三多店站</a:t>
            </a:r>
            <a:endParaRPr lang="en-US" sz="900" b="1" dirty="0"/>
          </a:p>
        </p:txBody>
      </p:sp>
      <p:sp>
        <p:nvSpPr>
          <p:cNvPr id="70" name="Text 67"/>
          <p:cNvSpPr/>
          <p:nvPr/>
        </p:nvSpPr>
        <p:spPr>
          <a:xfrm>
            <a:off x="8412480" y="25511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5833872" y="275691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全聯福利中心彌陀中正東店站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8412480" y="27569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5833872" y="296265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全聯福利中心左營自由二店站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8412480" y="29626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5669280" y="3186684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6" name="Text 73"/>
          <p:cNvSpPr/>
          <p:nvPr/>
        </p:nvSpPr>
        <p:spPr>
          <a:xfrm>
            <a:off x="5724144" y="31866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臺南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8412480" y="318668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78" name="Text 75"/>
          <p:cNvSpPr/>
          <p:nvPr/>
        </p:nvSpPr>
        <p:spPr>
          <a:xfrm>
            <a:off x="5833872" y="343357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小北百貨台南鹽行店站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8412480" y="34335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833872" y="363931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全聯福利中心學甲華宗店站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8412480" y="3639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5833872" y="384505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全聯福利中心新營金華店站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8412480" y="38450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669280" y="4069080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5" name="Text 82"/>
          <p:cNvSpPr/>
          <p:nvPr/>
        </p:nvSpPr>
        <p:spPr>
          <a:xfrm>
            <a:off x="5724144" y="40690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臺中</a:t>
            </a:r>
            <a:endParaRPr lang="en-US" sz="1200" dirty="0"/>
          </a:p>
        </p:txBody>
      </p:sp>
      <p:sp>
        <p:nvSpPr>
          <p:cNvPr id="86" name="Text 83"/>
          <p:cNvSpPr/>
          <p:nvPr/>
        </p:nvSpPr>
        <p:spPr>
          <a:xfrm>
            <a:off x="8412480" y="406908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87" name="Text 84"/>
          <p:cNvSpPr/>
          <p:nvPr/>
        </p:nvSpPr>
        <p:spPr>
          <a:xfrm>
            <a:off x="5833872" y="431596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  全聯福利中心台中中平店站</a:t>
            </a:r>
            <a:endParaRPr lang="en-US" sz="850" dirty="0"/>
          </a:p>
        </p:txBody>
      </p:sp>
      <p:sp>
        <p:nvSpPr>
          <p:cNvPr id="88" name="Text 85"/>
          <p:cNvSpPr/>
          <p:nvPr/>
        </p:nvSpPr>
        <p:spPr>
          <a:xfrm>
            <a:off x="8412480" y="4315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5833872" y="452170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億進寢具南屯東興店站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8412480" y="45217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1" name="Text 88"/>
          <p:cNvSpPr/>
          <p:nvPr/>
        </p:nvSpPr>
        <p:spPr>
          <a:xfrm>
            <a:off x="5833872" y="472744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小北百貨台中大甲店站</a:t>
            </a:r>
            <a:endParaRPr lang="en-US" sz="900" dirty="0"/>
          </a:p>
        </p:txBody>
      </p:sp>
      <p:sp>
        <p:nvSpPr>
          <p:cNvPr id="92" name="Text 89"/>
          <p:cNvSpPr/>
          <p:nvPr/>
        </p:nvSpPr>
        <p:spPr>
          <a:xfrm>
            <a:off x="8412480" y="47274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360</Words>
  <Application>Microsoft Office PowerPoint</Application>
  <PresentationFormat>如螢幕大小 (16:9)</PresentationFormat>
  <Paragraphs>151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Noto Sans TC</vt:lpstr>
      <vt:lpstr>Arial</vt:lpstr>
      <vt:lpstr>Office Theme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王茗芬</cp:lastModifiedBy>
  <cp:revision>2</cp:revision>
  <dcterms:created xsi:type="dcterms:W3CDTF">2026-07-13T03:00:11Z</dcterms:created>
  <dcterms:modified xsi:type="dcterms:W3CDTF">2026-07-13T03:35:48Z</dcterms:modified>
</cp:coreProperties>
</file>