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FAE0B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115</c:v>
                </c:pt>
                <c:pt idx="1">
                  <c:v>103</c:v>
                </c:pt>
                <c:pt idx="2">
                  <c:v>25</c:v>
                </c:pt>
                <c:pt idx="3">
                  <c:v>21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B8BEC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機台操作畫面無法登入</c:v>
                </c:pt>
                <c:pt idx="1">
                  <c:v>瓶蓋桶已滿</c:v>
                </c:pt>
                <c:pt idx="2">
                  <c:v>機台需維護/故障提醒</c:v>
                </c:pt>
                <c:pt idx="3">
                  <c:v>機台關閉/無法啟動</c:v>
                </c:pt>
                <c:pt idx="4">
                  <c:v>履帶未作動或異常抖動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37</c:v>
                </c:pt>
                <c:pt idx="1">
                  <c:v>24</c:v>
                </c:pt>
                <c:pt idx="2">
                  <c:v>8</c:v>
                </c:pt>
                <c:pt idx="3">
                  <c:v>6</c:v>
                </c:pt>
                <c:pt idx="4">
                  <c:v>6</c:v>
                </c:pt>
                <c:pt idx="5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05/25 ~ 05/31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48640"/>
          <a:ext cx="8814816" cy="1792224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005840"/>
                <a:gridCol w="1005840"/>
                <a:gridCol w="1005840"/>
                <a:gridCol w="804672"/>
                <a:gridCol w="804672"/>
                <a:gridCol w="804672"/>
                <a:gridCol w="768096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05/04-05/10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05/11-05/17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05/18-05/24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▲224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357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▲244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05/25-05/31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▼109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275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主分類佔比（05/25 ~ 05/31）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" y="2642616"/>
          <a:ext cx="3529584" cy="2340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115件　41.8%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103件　37.5%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25件　9.1%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21件　7.6%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6件　2.2%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5件　1.8%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無法接收簡訊驗證碼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101件・36.7%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連兩週爆發，5/25單日31件，建議確認SMS Gateway狀態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4" name="Shape 30"/>
          <p:cNvSpPr/>
          <p:nvPr/>
        </p:nvSpPr>
        <p:spPr>
          <a:xfrm>
            <a:off x="5833872" y="3387852"/>
            <a:ext cx="1181258" cy="45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25件・9.1%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收瓶機16件、電池機5件</a:t>
            </a:r>
            <a:endParaRPr lang="en-US" sz="7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2" name="Shape 38"/>
          <p:cNvSpPr/>
          <p:nvPr/>
        </p:nvSpPr>
        <p:spPr>
          <a:xfrm>
            <a:off x="5833872" y="4210812"/>
            <a:ext cx="292901" cy="45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忘記密碼/無法重設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13件・4.7%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與簡訊驗證碼問題高度相關</a:t>
            </a:r>
            <a:endParaRPr lang="en-US" sz="7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0" name="Shape 46"/>
          <p:cNvSpPr/>
          <p:nvPr/>
        </p:nvSpPr>
        <p:spPr>
          <a:xfrm>
            <a:off x="5833872" y="5033772"/>
            <a:ext cx="151278" cy="45720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05/25 ~ 05/31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" y="475488"/>
          <a:ext cx="27889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37件（35.9%）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24件（23.3%）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8件（7.8%）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機台關閉/無法啟動　6件（5.8%）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6件（5.8%）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22件（21.4%）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（116件）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（9件）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本週熱點站點（第22週：05/25 ~ 05/31）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7" name="Shape 34"/>
          <p:cNvSpPr/>
          <p:nvPr/>
        </p:nvSpPr>
        <p:spPr>
          <a:xfrm>
            <a:off x="1133856" y="2610612"/>
            <a:ext cx="649224" cy="34747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3" name="Shape 40"/>
          <p:cNvSpPr/>
          <p:nvPr/>
        </p:nvSpPr>
        <p:spPr>
          <a:xfrm>
            <a:off x="1133856" y="2962656"/>
            <a:ext cx="681685" cy="34747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9" name="Shape 46"/>
          <p:cNvSpPr/>
          <p:nvPr/>
        </p:nvSpPr>
        <p:spPr>
          <a:xfrm>
            <a:off x="1133856" y="3314700"/>
            <a:ext cx="519379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點數未入帳（軟體）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7" name="Shape 54"/>
          <p:cNvSpPr/>
          <p:nvPr/>
        </p:nvSpPr>
        <p:spPr>
          <a:xfrm>
            <a:off x="1133856" y="3694176"/>
            <a:ext cx="1817827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維護提醒（履帶/當機）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3" name="Shape 60"/>
          <p:cNvSpPr/>
          <p:nvPr/>
        </p:nvSpPr>
        <p:spPr>
          <a:xfrm>
            <a:off x="1133856" y="4039819"/>
            <a:ext cx="1428293" cy="34747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【注意】機台操作畫面無法登入 持續高位｜本週37件（13.5%），延續第20週趨勢。建議確認機台登入系統穩定性，排查session超時或後端認證問題。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760720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・小北百貨高雄自強店站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760720" y="27569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・全聯苓雅三多店站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760720" y="2962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・家樂福楠梓店方舟站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760720" y="34335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・全聯學甲華宗店站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76072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・全家台南頂安店站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760720" y="38450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・全國電子新營館門市站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新北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76072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・愛買三重店方舟站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760720" y="45217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・特力屋新莊店站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760720" y="4727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・全聯永和永貞店站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2026-06-04T07:07:55Z</dcterms:created>
  <dcterms:modified xsi:type="dcterms:W3CDTF">2026-06-04T07:07:55Z</dcterms:modified>
</cp:coreProperties>
</file>