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佔比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FAE0B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APP帳號設定問題</c:v>
                </c:pt>
                <c:pt idx="1">
                  <c:v>機台問題</c:v>
                </c:pt>
                <c:pt idx="2">
                  <c:v>回收點數問題</c:v>
                </c:pt>
                <c:pt idx="3">
                  <c:v>顧客關係</c:v>
                </c:pt>
                <c:pt idx="4">
                  <c:v>優惠券問題</c:v>
                </c:pt>
                <c:pt idx="5">
                  <c:v>APP使用問題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11</c:v>
                </c:pt>
                <c:pt idx="1">
                  <c:v>43</c:v>
                </c:pt>
                <c:pt idx="2">
                  <c:v>45</c:v>
                </c:pt>
                <c:pt idx="3">
                  <c:v>18</c:v>
                </c:pt>
                <c:pt idx="4">
                  <c:v>7</c:v>
                </c:pt>
                <c:pt idx="5">
                  <c:v>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機台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B8BEC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瓶蓋桶已滿</c:v>
                </c:pt>
                <c:pt idx="1">
                  <c:v>履帶未作動或異常抖動</c:v>
                </c:pt>
                <c:pt idx="2">
                  <c:v>辨識失敗異常或錯誤</c:v>
                </c:pt>
                <c:pt idx="3">
                  <c:v>機台當機/無回應</c:v>
                </c:pt>
                <c:pt idx="4">
                  <c:v>機台操作畫面無法登入</c:v>
                </c:pt>
                <c:pt idx="5">
                  <c:v>其他機台問題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13</c:v>
                </c:pt>
                <c:pt idx="1">
                  <c:v>9</c:v>
                </c:pt>
                <c:pt idx="2">
                  <c:v>5</c:v>
                </c:pt>
                <c:pt idx="3">
                  <c:v>5</c:v>
                </c:pt>
                <c:pt idx="4">
                  <c:v>3</c:v>
                </c:pt>
                <c:pt idx="5">
                  <c:v>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06/08 ~ 06/14　客訴問題分析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客訴趨勢分析</a:t>
            </a: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4592" y="548640"/>
          <a:ext cx="8814816" cy="1792224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1005840"/>
                <a:gridCol w="1005840"/>
                <a:gridCol w="1005840"/>
                <a:gridCol w="804672"/>
                <a:gridCol w="804672"/>
                <a:gridCol w="804672"/>
                <a:gridCol w="768096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週次/期間</a:t>
                      </a:r>
                      <a:endParaRPr lang="en-US" sz="85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收瓶機/方舟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二代電池機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註冊帳號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回收點數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優惠券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APP使用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顧客關係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加總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21週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05/18-05/24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232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357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22週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05/25-05/31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▲30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▼109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275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▼82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23週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06/01-06/07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44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▼79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19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168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▼107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24週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06/08-06/14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89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45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▲26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64592" y="2404872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246888" y="241401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當週客訴佔比 + 主分類佔比（06/08 ~ 06/14）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" y="2642616"/>
          <a:ext cx="3529584" cy="234086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3703320" y="2706624"/>
            <a:ext cx="182880" cy="18288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10" name="Text 6"/>
          <p:cNvSpPr/>
          <p:nvPr/>
        </p:nvSpPr>
        <p:spPr>
          <a:xfrm>
            <a:off x="3941064" y="26700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APP帳號設定問題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941064" y="28620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11件　8.3%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3703320" y="3095244"/>
            <a:ext cx="182880" cy="18288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13" name="Text 9"/>
          <p:cNvSpPr/>
          <p:nvPr/>
        </p:nvSpPr>
        <p:spPr>
          <a:xfrm>
            <a:off x="3941064" y="305866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機台問題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941064" y="325069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43件　32.6%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3703320" y="3483864"/>
            <a:ext cx="182880" cy="18288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6" name="Text 12"/>
          <p:cNvSpPr/>
          <p:nvPr/>
        </p:nvSpPr>
        <p:spPr>
          <a:xfrm>
            <a:off x="3941064" y="344728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回收點數問題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941064" y="363931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45件　34.1%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3703320" y="3872484"/>
            <a:ext cx="182880" cy="18288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9" name="Text 15"/>
          <p:cNvSpPr/>
          <p:nvPr/>
        </p:nvSpPr>
        <p:spPr>
          <a:xfrm>
            <a:off x="3941064" y="383590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顧客關係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3941064" y="402793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18件　13.6%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3703320" y="4261104"/>
            <a:ext cx="182880" cy="18288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22" name="Text 18"/>
          <p:cNvSpPr/>
          <p:nvPr/>
        </p:nvSpPr>
        <p:spPr>
          <a:xfrm>
            <a:off x="3941064" y="422452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優惠券問題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3941064" y="441655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7件　5.3%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3703320" y="4649724"/>
            <a:ext cx="182880" cy="182880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25" name="Text 21"/>
          <p:cNvSpPr/>
          <p:nvPr/>
        </p:nvSpPr>
        <p:spPr>
          <a:xfrm>
            <a:off x="3941064" y="46131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APP使用問題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3941064" y="48051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8件　6.1%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788152" y="2642616"/>
            <a:ext cx="3264408" cy="800100"/>
          </a:xfrm>
          <a:prstGeom prst="rect">
            <a:avLst/>
          </a:prstGeom>
          <a:solidFill>
            <a:srgbClr val="FFF4E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788152" y="2642616"/>
            <a:ext cx="45720" cy="80010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5"/>
          <p:cNvSpPr/>
          <p:nvPr/>
        </p:nvSpPr>
        <p:spPr>
          <a:xfrm>
            <a:off x="5879592" y="269748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6089904" y="26974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089904" y="291693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45件・34.1%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8348472" y="271576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33" name="Shape 29"/>
          <p:cNvSpPr/>
          <p:nvPr/>
        </p:nvSpPr>
        <p:spPr>
          <a:xfrm>
            <a:off x="5833872" y="338785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4" name="Shape 30"/>
          <p:cNvSpPr/>
          <p:nvPr/>
        </p:nvSpPr>
        <p:spPr>
          <a:xfrm>
            <a:off x="5833872" y="3387852"/>
            <a:ext cx="1097573" cy="45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5" name="Shape 31"/>
          <p:cNvSpPr/>
          <p:nvPr/>
        </p:nvSpPr>
        <p:spPr>
          <a:xfrm>
            <a:off x="5788152" y="3465576"/>
            <a:ext cx="3264408" cy="800100"/>
          </a:xfrm>
          <a:prstGeom prst="rect">
            <a:avLst/>
          </a:prstGeom>
          <a:solidFill>
            <a:srgbClr val="EEF6FB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788152" y="3465576"/>
            <a:ext cx="45720" cy="80010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7" name="Text 33"/>
          <p:cNvSpPr/>
          <p:nvPr/>
        </p:nvSpPr>
        <p:spPr>
          <a:xfrm>
            <a:off x="5879592" y="352044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6089904" y="35204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無法接收簡訊驗證碼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089904" y="373989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11件・8.3%</a:t>
            </a:r>
            <a:endParaRPr lang="en-US" sz="1800" dirty="0"/>
          </a:p>
        </p:txBody>
      </p:sp>
      <p:sp>
        <p:nvSpPr>
          <p:cNvPr id="40" name="Text 36"/>
          <p:cNvSpPr/>
          <p:nvPr/>
        </p:nvSpPr>
        <p:spPr>
          <a:xfrm>
            <a:off x="8348472" y="353872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41" name="Shape 37"/>
          <p:cNvSpPr/>
          <p:nvPr/>
        </p:nvSpPr>
        <p:spPr>
          <a:xfrm>
            <a:off x="5833872" y="421081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2" name="Shape 38"/>
          <p:cNvSpPr/>
          <p:nvPr/>
        </p:nvSpPr>
        <p:spPr>
          <a:xfrm>
            <a:off x="5833872" y="4210812"/>
            <a:ext cx="267151" cy="45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43" name="Shape 39"/>
          <p:cNvSpPr/>
          <p:nvPr/>
        </p:nvSpPr>
        <p:spPr>
          <a:xfrm>
            <a:off x="5788152" y="4288536"/>
            <a:ext cx="3264408" cy="800100"/>
          </a:xfrm>
          <a:prstGeom prst="rect">
            <a:avLst/>
          </a:prstGeom>
          <a:solidFill>
            <a:srgbClr val="F5F7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788152" y="4288536"/>
            <a:ext cx="45720" cy="80010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5" name="Text 41"/>
          <p:cNvSpPr/>
          <p:nvPr/>
        </p:nvSpPr>
        <p:spPr>
          <a:xfrm>
            <a:off x="5879592" y="434340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6089904" y="43434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許願新增站點/設站建議</a:t>
            </a:r>
            <a:endParaRPr lang="en-US" sz="1000" dirty="0"/>
          </a:p>
        </p:txBody>
      </p:sp>
      <p:sp>
        <p:nvSpPr>
          <p:cNvPr id="47" name="Text 43"/>
          <p:cNvSpPr/>
          <p:nvPr/>
        </p:nvSpPr>
        <p:spPr>
          <a:xfrm>
            <a:off x="6089904" y="456285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8件・6.1%</a:t>
            </a:r>
            <a:endParaRPr lang="en-US" sz="1800" dirty="0"/>
          </a:p>
        </p:txBody>
      </p:sp>
      <p:sp>
        <p:nvSpPr>
          <p:cNvPr id="48" name="Text 44"/>
          <p:cNvSpPr/>
          <p:nvPr/>
        </p:nvSpPr>
        <p:spPr>
          <a:xfrm>
            <a:off x="8348472" y="436168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49" name="Shape 45"/>
          <p:cNvSpPr/>
          <p:nvPr/>
        </p:nvSpPr>
        <p:spPr>
          <a:xfrm>
            <a:off x="5833872" y="503377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0" name="Shape 46"/>
          <p:cNvSpPr/>
          <p:nvPr/>
        </p:nvSpPr>
        <p:spPr>
          <a:xfrm>
            <a:off x="5833872" y="5033772"/>
            <a:ext cx="196340" cy="45720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06/08 ~ 06/14　機台問題佔比 與 熱門站點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客訴詳情與分類佔比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" y="475488"/>
          <a:ext cx="278892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907792" y="530352"/>
            <a:ext cx="137160" cy="13716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3090672" y="49377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瓶蓋桶已滿　13件（30.2%）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907792" y="754380"/>
            <a:ext cx="137160" cy="13716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9" name="Text 6"/>
          <p:cNvSpPr/>
          <p:nvPr/>
        </p:nvSpPr>
        <p:spPr>
          <a:xfrm>
            <a:off x="3090672" y="717804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履帶未作動或異常抖動　9件（20.9%）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907792" y="978408"/>
            <a:ext cx="137160" cy="13716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1" name="Text 8"/>
          <p:cNvSpPr/>
          <p:nvPr/>
        </p:nvSpPr>
        <p:spPr>
          <a:xfrm>
            <a:off x="3090672" y="941832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辨識失敗異常或錯誤　5件（11.6%）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907792" y="1202436"/>
            <a:ext cx="137160" cy="13716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3" name="Text 10"/>
          <p:cNvSpPr/>
          <p:nvPr/>
        </p:nvSpPr>
        <p:spPr>
          <a:xfrm>
            <a:off x="3090672" y="1165860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機台當機/無回應　5件（11.6%）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907792" y="1426464"/>
            <a:ext cx="137160" cy="13716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15" name="Text 12"/>
          <p:cNvSpPr/>
          <p:nvPr/>
        </p:nvSpPr>
        <p:spPr>
          <a:xfrm>
            <a:off x="3090672" y="1389888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機台操作畫面無法登入　3件（7%）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907792" y="1650492"/>
            <a:ext cx="137160" cy="137160"/>
          </a:xfrm>
          <a:prstGeom prst="rect">
            <a:avLst/>
          </a:prstGeom>
          <a:solidFill>
            <a:srgbClr val="B8BEC8"/>
          </a:solidFill>
          <a:ln/>
        </p:spPr>
      </p:sp>
      <p:sp>
        <p:nvSpPr>
          <p:cNvPr id="17" name="Text 14"/>
          <p:cNvSpPr/>
          <p:nvPr/>
        </p:nvSpPr>
        <p:spPr>
          <a:xfrm>
            <a:off x="3090672" y="161391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其他機台問題　8件（18.6%）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596128" y="475488"/>
            <a:ext cx="1005840" cy="1554480"/>
          </a:xfrm>
          <a:prstGeom prst="rect">
            <a:avLst/>
          </a:prstGeom>
          <a:solidFill>
            <a:srgbClr val="FFF3EC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9612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收瓶機/方舟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59612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559612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（89件）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6693408" y="475488"/>
            <a:ext cx="1005840" cy="1554480"/>
          </a:xfrm>
          <a:prstGeom prst="rect">
            <a:avLst/>
          </a:prstGeom>
          <a:solidFill>
            <a:srgbClr val="EDF5FB"/>
          </a:solidFill>
          <a:ln w="12700">
            <a:solidFill>
              <a:srgbClr val="8EB8C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9340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電池機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9340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669340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（8件）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164592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7" name="Text 24"/>
          <p:cNvSpPr/>
          <p:nvPr/>
        </p:nvSpPr>
        <p:spPr>
          <a:xfrm>
            <a:off x="246888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收瓶機、電池機客訴 Top 3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669280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751576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本週熱點站點（第24週：06/08 ~ 06/14）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31" name="Text 28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41248" y="2322576"/>
            <a:ext cx="4736592" cy="333756"/>
          </a:xfrm>
          <a:prstGeom prst="rect">
            <a:avLst/>
          </a:prstGeom>
          <a:solidFill>
            <a:srgbClr val="EDF3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6112" y="2386584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133856" y="2386584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809744" y="235915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1133856" y="2610612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7" name="Shape 34"/>
          <p:cNvSpPr/>
          <p:nvPr/>
        </p:nvSpPr>
        <p:spPr>
          <a:xfrm>
            <a:off x="1133856" y="2610612"/>
            <a:ext cx="1558138" cy="34747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Shape 35"/>
          <p:cNvSpPr/>
          <p:nvPr/>
        </p:nvSpPr>
        <p:spPr>
          <a:xfrm>
            <a:off x="841248" y="2674620"/>
            <a:ext cx="4736592" cy="333756"/>
          </a:xfrm>
          <a:prstGeom prst="rect">
            <a:avLst/>
          </a:prstGeom>
          <a:solidFill>
            <a:srgbClr val="F4F8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96112" y="2738628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1133856" y="2738628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瓶蓋桶已滿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809744" y="271119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60E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000" dirty="0"/>
          </a:p>
        </p:txBody>
      </p:sp>
      <p:sp>
        <p:nvSpPr>
          <p:cNvPr id="42" name="Shape 39"/>
          <p:cNvSpPr/>
          <p:nvPr/>
        </p:nvSpPr>
        <p:spPr>
          <a:xfrm>
            <a:off x="1133856" y="296265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3" name="Shape 40"/>
          <p:cNvSpPr/>
          <p:nvPr/>
        </p:nvSpPr>
        <p:spPr>
          <a:xfrm>
            <a:off x="1133856" y="2962656"/>
            <a:ext cx="486918" cy="34747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4" name="Shape 41"/>
          <p:cNvSpPr/>
          <p:nvPr/>
        </p:nvSpPr>
        <p:spPr>
          <a:xfrm>
            <a:off x="841248" y="3026664"/>
            <a:ext cx="4736592" cy="333756"/>
          </a:xfrm>
          <a:prstGeom prst="rect">
            <a:avLst/>
          </a:prstGeom>
          <a:solidFill>
            <a:srgbClr val="F9FB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96112" y="309067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1133856" y="309067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履帶未作動或異常抖動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4809744" y="306324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</a:t>
            </a:r>
            <a:endParaRPr lang="en-US" sz="2000" dirty="0"/>
          </a:p>
        </p:txBody>
      </p:sp>
      <p:sp>
        <p:nvSpPr>
          <p:cNvPr id="48" name="Shape 45"/>
          <p:cNvSpPr/>
          <p:nvPr/>
        </p:nvSpPr>
        <p:spPr>
          <a:xfrm>
            <a:off x="1133856" y="3314700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9" name="Shape 46"/>
          <p:cNvSpPr/>
          <p:nvPr/>
        </p:nvSpPr>
        <p:spPr>
          <a:xfrm>
            <a:off x="1133856" y="3314700"/>
            <a:ext cx="292151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0" name="Shape 47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51" name="Text 48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池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841248" y="3415284"/>
            <a:ext cx="4736592" cy="327355"/>
          </a:xfrm>
          <a:prstGeom prst="rect">
            <a:avLst/>
          </a:prstGeom>
          <a:solidFill>
            <a:srgbClr val="F0FDF7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96112" y="347929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1133856" y="347929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許願新增站點/設站建議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4809744" y="345186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2000" dirty="0"/>
          </a:p>
        </p:txBody>
      </p:sp>
      <p:sp>
        <p:nvSpPr>
          <p:cNvPr id="56" name="Shape 53"/>
          <p:cNvSpPr/>
          <p:nvPr/>
        </p:nvSpPr>
        <p:spPr>
          <a:xfrm>
            <a:off x="1133856" y="369417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7" name="Shape 54"/>
          <p:cNvSpPr/>
          <p:nvPr/>
        </p:nvSpPr>
        <p:spPr>
          <a:xfrm>
            <a:off x="1133856" y="3694176"/>
            <a:ext cx="811530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8" name="Shape 55"/>
          <p:cNvSpPr/>
          <p:nvPr/>
        </p:nvSpPr>
        <p:spPr>
          <a:xfrm>
            <a:off x="841248" y="3760927"/>
            <a:ext cx="4736592" cy="327355"/>
          </a:xfrm>
          <a:prstGeom prst="rect">
            <a:avLst/>
          </a:prstGeom>
          <a:solidFill>
            <a:srgbClr val="F7FAFE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96112" y="3824935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B8C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1133856" y="3824935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950" dirty="0"/>
          </a:p>
        </p:txBody>
      </p:sp>
      <p:sp>
        <p:nvSpPr>
          <p:cNvPr id="61" name="Text 58"/>
          <p:cNvSpPr/>
          <p:nvPr/>
        </p:nvSpPr>
        <p:spPr>
          <a:xfrm>
            <a:off x="4809744" y="3797503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B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2000" dirty="0"/>
          </a:p>
        </p:txBody>
      </p:sp>
      <p:sp>
        <p:nvSpPr>
          <p:cNvPr id="62" name="Shape 59"/>
          <p:cNvSpPr/>
          <p:nvPr/>
        </p:nvSpPr>
        <p:spPr>
          <a:xfrm>
            <a:off x="1133856" y="4039819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63" name="Shape 60"/>
          <p:cNvSpPr/>
          <p:nvPr/>
        </p:nvSpPr>
        <p:spPr>
          <a:xfrm>
            <a:off x="1133856" y="4039819"/>
            <a:ext cx="811530" cy="34747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64" name="Shape 61"/>
          <p:cNvSpPr/>
          <p:nvPr/>
        </p:nvSpPr>
        <p:spPr>
          <a:xfrm>
            <a:off x="164592" y="4151376"/>
            <a:ext cx="5376672" cy="548640"/>
          </a:xfrm>
          <a:prstGeom prst="rect">
            <a:avLst/>
          </a:prstGeom>
          <a:solidFill>
            <a:srgbClr val="FAE0B8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256032" y="4169664"/>
            <a:ext cx="52303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48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【注意】點數未入帳號 持續高位｜本週45件（34.1%）。收瓶機 點數未入帳號 43件（48.0%）居首，請確認清空頻率。</a:t>
            </a: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5669280" y="2304288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67" name="Text 64"/>
          <p:cNvSpPr/>
          <p:nvPr/>
        </p:nvSpPr>
        <p:spPr>
          <a:xfrm>
            <a:off x="5724144" y="2304288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高雄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8412480" y="230428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5760720" y="255117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・全聯福利中心苓雅三多店站</a:t>
            </a:r>
            <a:endParaRPr lang="en-US" sz="850" dirty="0"/>
          </a:p>
        </p:txBody>
      </p:sp>
      <p:sp>
        <p:nvSpPr>
          <p:cNvPr id="70" name="Text 67"/>
          <p:cNvSpPr/>
          <p:nvPr/>
        </p:nvSpPr>
        <p:spPr>
          <a:xfrm>
            <a:off x="8412480" y="255117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5760720" y="275691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・特力屋大順店站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8412480" y="275691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5760720" y="296265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・小北百貨高雄永豐店站</a:t>
            </a:r>
            <a:endParaRPr lang="en-US" sz="850" dirty="0"/>
          </a:p>
        </p:txBody>
      </p:sp>
      <p:sp>
        <p:nvSpPr>
          <p:cNvPr id="74" name="Text 71"/>
          <p:cNvSpPr/>
          <p:nvPr/>
        </p:nvSpPr>
        <p:spPr>
          <a:xfrm>
            <a:off x="8412480" y="296265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5669280" y="3186684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76" name="Text 73"/>
          <p:cNvSpPr/>
          <p:nvPr/>
        </p:nvSpPr>
        <p:spPr>
          <a:xfrm>
            <a:off x="5724144" y="3186684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新北</a:t>
            </a:r>
            <a:endParaRPr lang="en-US" sz="1200" dirty="0"/>
          </a:p>
        </p:txBody>
      </p:sp>
      <p:sp>
        <p:nvSpPr>
          <p:cNvPr id="77" name="Text 74"/>
          <p:cNvSpPr/>
          <p:nvPr/>
        </p:nvSpPr>
        <p:spPr>
          <a:xfrm>
            <a:off x="8412480" y="318668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5760720" y="343357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・愛買三重店方舟站</a:t>
            </a:r>
            <a:endParaRPr lang="en-US" sz="850" dirty="0"/>
          </a:p>
        </p:txBody>
      </p:sp>
      <p:sp>
        <p:nvSpPr>
          <p:cNvPr id="79" name="Text 76"/>
          <p:cNvSpPr/>
          <p:nvPr/>
        </p:nvSpPr>
        <p:spPr>
          <a:xfrm>
            <a:off x="8412480" y="343357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0" name="Text 77"/>
          <p:cNvSpPr/>
          <p:nvPr/>
        </p:nvSpPr>
        <p:spPr>
          <a:xfrm>
            <a:off x="5760720" y="36393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・全聯福利中心永和永貞店站</a:t>
            </a:r>
            <a:endParaRPr lang="en-US" sz="850" dirty="0"/>
          </a:p>
        </p:txBody>
      </p:sp>
      <p:sp>
        <p:nvSpPr>
          <p:cNvPr id="81" name="Text 78"/>
          <p:cNvSpPr/>
          <p:nvPr/>
        </p:nvSpPr>
        <p:spPr>
          <a:xfrm>
            <a:off x="8412480" y="36393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760720" y="384505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・Global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8412480" y="384505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5669280" y="4069080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85" name="Text 82"/>
          <p:cNvSpPr/>
          <p:nvPr/>
        </p:nvSpPr>
        <p:spPr>
          <a:xfrm>
            <a:off x="5724144" y="4069080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臺南</a:t>
            </a:r>
            <a:endParaRPr lang="en-US" sz="1200" dirty="0"/>
          </a:p>
        </p:txBody>
      </p:sp>
      <p:sp>
        <p:nvSpPr>
          <p:cNvPr id="86" name="Text 83"/>
          <p:cNvSpPr/>
          <p:nvPr/>
        </p:nvSpPr>
        <p:spPr>
          <a:xfrm>
            <a:off x="8412480" y="406908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87" name="Text 84"/>
          <p:cNvSpPr/>
          <p:nvPr/>
        </p:nvSpPr>
        <p:spPr>
          <a:xfrm>
            <a:off x="576072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・小北百貨台南大同店站</a:t>
            </a:r>
            <a:endParaRPr lang="en-US" sz="850" dirty="0"/>
          </a:p>
        </p:txBody>
      </p:sp>
      <p:sp>
        <p:nvSpPr>
          <p:cNvPr id="88" name="Text 85"/>
          <p:cNvSpPr/>
          <p:nvPr/>
        </p:nvSpPr>
        <p:spPr>
          <a:xfrm>
            <a:off x="8412480" y="431596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89" name="Text 86"/>
          <p:cNvSpPr/>
          <p:nvPr/>
        </p:nvSpPr>
        <p:spPr>
          <a:xfrm>
            <a:off x="5760720" y="452170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・全家台南育德店站</a:t>
            </a:r>
            <a:endParaRPr lang="en-US" sz="850" dirty="0"/>
          </a:p>
        </p:txBody>
      </p:sp>
      <p:sp>
        <p:nvSpPr>
          <p:cNvPr id="90" name="Text 87"/>
          <p:cNvSpPr/>
          <p:nvPr/>
        </p:nvSpPr>
        <p:spPr>
          <a:xfrm>
            <a:off x="8412480" y="45217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5760720" y="472744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・臺南市柳營區公所站</a:t>
            </a:r>
            <a:endParaRPr lang="en-US" sz="850" dirty="0"/>
          </a:p>
        </p:txBody>
      </p:sp>
      <p:sp>
        <p:nvSpPr>
          <p:cNvPr id="92" name="Text 89"/>
          <p:cNvSpPr/>
          <p:nvPr/>
        </p:nvSpPr>
        <p:spPr>
          <a:xfrm>
            <a:off x="8412480" y="47274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2026-06-22T03:00:06Z</dcterms:created>
  <dcterms:modified xsi:type="dcterms:W3CDTF">2026-06-22T03:00:06Z</dcterms:modified>
</cp:coreProperties>
</file>