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7D2-4D8A-AC17-6D544EE1485B}"/>
              </c:ext>
            </c:extLst>
          </c:dPt>
          <c:dPt>
            <c:idx val="1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D2-4D8A-AC17-6D544EE1485B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D2-4D8A-AC17-6D544EE1485B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7D2-4D8A-AC17-6D544EE1485B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7D2-4D8A-AC17-6D544EE1485B}"/>
              </c:ext>
            </c:extLst>
          </c:dPt>
          <c:dPt>
            <c:idx val="5"/>
            <c:bubble3D val="0"/>
            <c:spPr>
              <a:solidFill>
                <a:srgbClr val="FAE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7D2-4D8A-AC17-6D544EE1485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D2-4D8A-AC17-6D544EE1485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D2-4D8A-AC17-6D544EE1485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D2-4D8A-AC17-6D544EE1485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7D2-4D8A-AC17-6D544EE1485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7D2-4D8A-AC17-6D544EE1485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7D2-4D8A-AC17-6D544EE1485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43</c:v>
                </c:pt>
                <c:pt idx="2">
                  <c:v>45</c:v>
                </c:pt>
                <c:pt idx="3">
                  <c:v>18</c:v>
                </c:pt>
                <c:pt idx="4">
                  <c:v>7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7D2-4D8A-AC17-6D544EE148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DF-4843-9DAE-157EC923871C}"/>
              </c:ext>
            </c:extLst>
          </c:dPt>
          <c:dPt>
            <c:idx val="1"/>
            <c:bubble3D val="0"/>
            <c:spPr>
              <a:solidFill>
                <a:srgbClr val="060E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DF-4843-9DAE-157EC923871C}"/>
              </c:ext>
            </c:extLst>
          </c:dPt>
          <c:dPt>
            <c:idx val="2"/>
            <c:bubble3D val="0"/>
            <c:spPr>
              <a:solidFill>
                <a:srgbClr val="0076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DF-4843-9DAE-157EC923871C}"/>
              </c:ext>
            </c:extLst>
          </c:dPt>
          <c:dPt>
            <c:idx val="3"/>
            <c:bubble3D val="0"/>
            <c:spPr>
              <a:solidFill>
                <a:srgbClr val="FFCE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DF-4843-9DAE-157EC923871C}"/>
              </c:ext>
            </c:extLst>
          </c:dPt>
          <c:dPt>
            <c:idx val="4"/>
            <c:bubble3D val="0"/>
            <c:spPr>
              <a:solidFill>
                <a:srgbClr val="8EB8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ADF-4843-9DAE-157EC923871C}"/>
              </c:ext>
            </c:extLst>
          </c:dPt>
          <c:dPt>
            <c:idx val="5"/>
            <c:bubble3D val="0"/>
            <c:spPr>
              <a:solidFill>
                <a:srgbClr val="B8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ADF-4843-9DAE-157EC923871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ADF-4843-9DAE-157EC923871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ADF-4843-9DAE-157EC923871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ADF-4843-9DAE-157EC923871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ADF-4843-9DAE-157EC923871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ADF-4843-9DAE-157EC923871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zh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ADF-4843-9DAE-157EC923871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zh-TW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履帶未作動或異常抖動</c:v>
                </c:pt>
                <c:pt idx="2">
                  <c:v>辨識失敗異常或錯誤</c:v>
                </c:pt>
                <c:pt idx="3">
                  <c:v>機台當機/無回應</c:v>
                </c:pt>
                <c:pt idx="4">
                  <c:v>機台操作畫面無法登入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9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ADF-4843-9DAE-157EC9238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41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06/08 ~ 06/14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48640"/>
          <a:ext cx="8211312" cy="169164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05/18-05/24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357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05/25-05/31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▲30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▼109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22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275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06/01-06/07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44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168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▼107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06/08-06/14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89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45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主分類佔比（06/08 ~ 06/14）</a:t>
            </a:r>
            <a:endParaRPr lang="en-US" sz="10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" y="2642616"/>
          <a:ext cx="3529584" cy="2340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11件　8.3%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43件　32.6%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45件　34.1%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18件　13.6%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　5.3%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　6.1%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45件・34.1%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0"/>
          <p:cNvSpPr/>
          <p:nvPr/>
        </p:nvSpPr>
        <p:spPr>
          <a:xfrm>
            <a:off x="5833872" y="3387852"/>
            <a:ext cx="1097573" cy="45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無法接收簡訊驗證碼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11件・8.3%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8"/>
          <p:cNvSpPr/>
          <p:nvPr/>
        </p:nvSpPr>
        <p:spPr>
          <a:xfrm>
            <a:off x="5833872" y="4210812"/>
            <a:ext cx="267151" cy="45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8件・6.1%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6"/>
          <p:cNvSpPr/>
          <p:nvPr/>
        </p:nvSpPr>
        <p:spPr>
          <a:xfrm>
            <a:off x="5833872" y="5033772"/>
            <a:ext cx="196340" cy="45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A7386244-57B8-9CC8-EB51-92E41E8B0E7A}"/>
              </a:ext>
            </a:extLst>
          </p:cNvPr>
          <p:cNvSpPr/>
          <p:nvPr/>
        </p:nvSpPr>
        <p:spPr>
          <a:xfrm>
            <a:off x="7571232" y="298780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收瓶機*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43 &amp; </a:t>
            </a:r>
            <a:r>
              <a:rPr lang="zh-TW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電池機*</a:t>
            </a:r>
            <a:r>
              <a:rPr lang="en-US" altLang="zh-TW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TC" pitchFamily="34" charset="0"/>
                <a:ea typeface="Noto Sans TC" pitchFamily="34" charset="-122"/>
              </a:rPr>
              <a:t>2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06/08 ~ 06/14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" y="475488"/>
          <a:ext cx="278892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13件（30.2%）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9件（20.9%）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辨識失敗異常或錯誤　5件（11.6%）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機台當機/無回應　5件（11.6%）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機台操作畫面無法登入　3件（7%）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8件（18.6%）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（89件）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（8件）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本週熱點站點（第24週：06/08 ~ 06/14）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1133856" y="2610612"/>
            <a:ext cx="1558138" cy="34747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1133856" y="2962656"/>
            <a:ext cx="486918" cy="34747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1133856" y="3314700"/>
            <a:ext cx="292151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1133856" y="3694176"/>
            <a:ext cx="811530" cy="34747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1133856" y="4039819"/>
            <a:ext cx="811530" cy="34747"/>
          </a:xfrm>
          <a:prstGeom prst="rect">
            <a:avLst/>
          </a:prstGeom>
          <a:solidFill>
            <a:srgbClr val="8EB8C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【注意】點數未入帳號 持續高位｜本週45件（34.1%）。收瓶機 點數未入帳號 43件（48.0%）居首，請確認清空頻率。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760720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・全聯福利中心苓雅三多店站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760720" y="27569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・特力屋大順店站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760720" y="2962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・小北百貨高雄永豐店站</a:t>
            </a:r>
            <a:endParaRPr lang="en-US" sz="85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760720" y="34335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・愛買三重店方舟站</a:t>
            </a:r>
            <a:endParaRPr lang="en-US" sz="85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760720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・全聯福利中心永和永貞店站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760720" y="38450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・Global</a:t>
            </a:r>
            <a:endParaRPr lang="en-US" sz="85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76072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・小北百貨台南大同店站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760720" y="45217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・全家台南育德店站</a:t>
            </a:r>
            <a:endParaRPr lang="en-US" sz="85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760720" y="4727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・臺南市柳營區公所站</a:t>
            </a:r>
            <a:endParaRPr lang="en-US" sz="85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352</Words>
  <Application>Microsoft Office PowerPoint</Application>
  <PresentationFormat>如螢幕大小 (16:9)</PresentationFormat>
  <Paragraphs>144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Noto Sans TC</vt:lpstr>
      <vt:lpstr>Arial</vt:lpstr>
      <vt:lpstr>Office Theme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2026-06-22T03:00:06Z</dcterms:created>
  <dcterms:modified xsi:type="dcterms:W3CDTF">2026-06-22T03:40:44Z</dcterms:modified>
</cp:coreProperties>
</file>