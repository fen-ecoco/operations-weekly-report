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E3-4F87-9187-1F106247842B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E3-4F87-9187-1F106247842B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E3-4F87-9187-1F106247842B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E3-4F87-9187-1F106247842B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E3-4F87-9187-1F106247842B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E3-4F87-9187-1F106247842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E3-4F87-9187-1F106247842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E3-4F87-9187-1F106247842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E3-4F87-9187-1F106247842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E3-4F87-9187-1F106247842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E3-4F87-9187-1F106247842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E3-4F87-9187-1F106247842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69</c:v>
                </c:pt>
                <c:pt idx="2">
                  <c:v>13</c:v>
                </c:pt>
                <c:pt idx="3">
                  <c:v>16</c:v>
                </c:pt>
                <c:pt idx="4">
                  <c:v>21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5E3-4F87-9187-1F1062478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1D-48D6-B987-256C2A053AA3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1D-48D6-B987-256C2A053AA3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1D-48D6-B987-256C2A053AA3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1D-48D6-B987-256C2A053AA3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1D-48D6-B987-256C2A053AA3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1D-48D6-B987-256C2A053A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1D-48D6-B987-256C2A053A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1D-48D6-B987-256C2A053AA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1D-48D6-B987-256C2A053AA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1D-48D6-B987-256C2A053AA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1D-48D6-B987-256C2A053AA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1D-48D6-B987-256C2A053A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機台當機/無回應</c:v>
                </c:pt>
                <c:pt idx="2">
                  <c:v>機台需維護/故障提醒</c:v>
                </c:pt>
                <c:pt idx="3">
                  <c:v>機台操作畫面無法登入</c:v>
                </c:pt>
                <c:pt idx="4">
                  <c:v>投口綠燈拒收容器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14</c:v>
                </c:pt>
                <c:pt idx="2">
                  <c:v>7</c:v>
                </c:pt>
                <c:pt idx="3">
                  <c:v>6</c:v>
                </c:pt>
                <c:pt idx="4">
                  <c:v>4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61D-48D6-B987-256C2A053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87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06/22 ~ 06/28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211312" cy="16916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主分類佔比（06/22 ~ 06/28）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4.4%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69件　43.7%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　8.2%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16件　10.1%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21件　13.3%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32件　20.3%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app點數顯示異常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23件・14.6%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469928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13件・8.2%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63932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使用規則/限制條件說明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9件・5.7%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83465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2F2148-35DC-EF13-355D-A272B37FD537}"/>
              </a:ext>
            </a:extLst>
          </p:cNvPr>
          <p:cNvSpPr txBox="1"/>
          <p:nvPr/>
        </p:nvSpPr>
        <p:spPr>
          <a:xfrm>
            <a:off x="7493508" y="3783191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7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4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06/22 ~ 06/28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15件（21.7%）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14件（20.3%）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7件（10.1%）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6件（8.7%）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投口綠燈拒收容器　4件（5.8%）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23件（33.3%）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（77件）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本週熱點站點（第26週：06/22 ~ 06/28）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551840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519379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92151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493215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app點數顯示異常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746608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【注意】app點數顯示異常 持續高位｜本週23件（14.6%）。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・億進寢具安南店站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・全聯福利中心柳營中山店站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・億進寢具永大店站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・全聯福利中心永和永貞店站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・小北百貨新北新莊中港店站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・小北百貨新北三重自強店站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・全聯福利中心鳳山瑞隆東店站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・全聯福利中心苓雅三多店站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・小北百貨高雄市中店站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Office PowerPoint</Application>
  <PresentationFormat>如螢幕大小 (16:9)</PresentationFormat>
  <Paragraphs>144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2026-06-30T06:36:37Z</dcterms:created>
  <dcterms:modified xsi:type="dcterms:W3CDTF">2026-07-01T01:02:21Z</dcterms:modified>
</cp:coreProperties>
</file>