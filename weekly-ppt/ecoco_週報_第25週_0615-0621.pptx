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B5-4D96-ACFB-1649F5211080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B5-4D96-ACFB-1649F5211080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B5-4D96-ACFB-1649F5211080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B5-4D96-ACFB-1649F5211080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B5-4D96-ACFB-1649F5211080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1B5-4D96-ACFB-1649F521108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B5-4D96-ACFB-1649F521108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B5-4D96-ACFB-1649F521108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B5-4D96-ACFB-1649F521108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B5-4D96-ACFB-1649F521108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1B5-4D96-ACFB-1649F521108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1B5-4D96-ACFB-1649F521108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53</c:v>
                </c:pt>
                <c:pt idx="2">
                  <c:v>8</c:v>
                </c:pt>
                <c:pt idx="3">
                  <c:v>12</c:v>
                </c:pt>
                <c:pt idx="4">
                  <c:v>10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1B5-4D96-ACFB-1649F5211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E4-4D7A-B6D5-A205F709616E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E4-4D7A-B6D5-A205F709616E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E4-4D7A-B6D5-A205F709616E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E4-4D7A-B6D5-A205F709616E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E4-4D7A-B6D5-A205F709616E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E4-4D7A-B6D5-A205F709616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E4-4D7A-B6D5-A205F709616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E4-4D7A-B6D5-A205F709616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E4-4D7A-B6D5-A205F709616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1E4-4D7A-B6D5-A205F709616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1E4-4D7A-B6D5-A205F709616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1E4-4D7A-B6D5-A205F709616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辨識失敗異常或錯誤</c:v>
                </c:pt>
                <c:pt idx="2">
                  <c:v>機台需維護/故障提醒</c:v>
                </c:pt>
                <c:pt idx="3">
                  <c:v>履帶未作動或異常抖動</c:v>
                </c:pt>
                <c:pt idx="4">
                  <c:v>螢幕異常顯示/畫面異常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8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1E4-4D7A-B6D5-A205F7096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9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06/15 ~ 06/21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9284" cy="20769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7" y="338328"/>
            <a:ext cx="8673971" cy="207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01003"/>
              </p:ext>
            </p:extLst>
          </p:nvPr>
        </p:nvGraphicFramePr>
        <p:xfrm>
          <a:off x="164591" y="548640"/>
          <a:ext cx="8851392" cy="1746505"/>
        </p:xfrm>
        <a:graphic>
          <a:graphicData uri="http://schemas.openxmlformats.org/drawingml/2006/table">
            <a:tbl>
              <a:tblPr/>
              <a:tblGrid>
                <a:gridCol w="1034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3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79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9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05/25-05/31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06/01-06/07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44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06/08-06/14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25週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06/15-06/21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主分類佔比（06/15 ~ 06/21）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3件　3.2%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53件　57%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　8.6%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12件　12.9%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10件　10.8%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7.5%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9件・9.7%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312213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8件・8.6%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276807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APP畫面顯示與機台狀態不符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4件・4.3%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38404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CA51903B-EE05-D659-362C-5DB8ACBDAF26}"/>
              </a:ext>
            </a:extLst>
          </p:cNvPr>
          <p:cNvSpPr txBox="1"/>
          <p:nvPr/>
        </p:nvSpPr>
        <p:spPr>
          <a:xfrm>
            <a:off x="7394230" y="3783191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4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2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06/15 ~ 06/21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14件（26.4%）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辨識失敗異常或錯誤　8件（15.1%）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5件（9.4%）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4件（7.5%）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螢幕異常顯示/畫面異常　4件（7.5%）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18件（34%）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（62件）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（8件）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本週熱點站點（第25週：06/15 ~ 06/21）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746608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辨識失敗異常或錯誤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357073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5969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162306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389534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653796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pPr>
              <a:spcAft>
                <a:spcPts val="500"/>
              </a:spcAft>
            </a:pPr>
            <a:r>
              <a:rPr lang="zh-TW" altLang="zh-TW" sz="11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💡 2026/06/15 - 06/21 【週報簡報焦點】─ </a:t>
            </a:r>
            <a:endParaRPr lang="en-US" altLang="zh-TW" sz="1100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收瓶機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：</a:t>
            </a:r>
            <a:r>
              <a:rPr lang="zh-TW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髒污引發殘液誤報與拒</a:t>
            </a:r>
            <a:b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</a:br>
            <a:r>
              <a:rPr lang="zh-TW" altLang="zh-TW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現象：乾淨、全乾的瓶罐投入，系統卻連續跳出「偵測到殘液」並強制退瓶。</a:t>
            </a:r>
            <a:endParaRPr lang="zh-TW" altLang="en-US" sz="10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76072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</a:t>
            </a:r>
            <a:r>
              <a:rPr lang="en-US" sz="850" b="1" dirty="0" err="1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小北百貨高雄新陽明店站</a:t>
            </a:r>
            <a:endParaRPr lang="en-US" sz="850" b="1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760720" y="27569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・全聯福利中心楠梓土庫店站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760720" y="2962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・全聯福利中心橋頭成功南店站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760720" y="34335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億進寢具永大店站</a:t>
            </a:r>
            <a:endParaRPr lang="en-US" sz="850" b="1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76072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・全聯福利中心台南海佃店站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760720" y="38450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・全家台南育德店站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76072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・台北醫學大學站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760720" y="45217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・全家致昇店站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76072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・全聯福利中心文山忠順店站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387</Words>
  <Application>Microsoft Office PowerPoint</Application>
  <PresentationFormat>如螢幕大小 (16:9)</PresentationFormat>
  <Paragraphs>151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3</cp:revision>
  <dcterms:created xsi:type="dcterms:W3CDTF">2026-06-22T03:09:12Z</dcterms:created>
  <dcterms:modified xsi:type="dcterms:W3CDTF">2026-06-22T03:51:48Z</dcterms:modified>
</cp:coreProperties>
</file>