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D9-47FD-8825-3F1BD5064E3C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D9-47FD-8825-3F1BD5064E3C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D9-47FD-8825-3F1BD5064E3C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D9-47FD-8825-3F1BD5064E3C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D9-47FD-8825-3F1BD5064E3C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D9-47FD-8825-3F1BD5064E3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D9-47FD-8825-3F1BD5064E3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D9-47FD-8825-3F1BD5064E3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D9-47FD-8825-3F1BD5064E3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D9-47FD-8825-3F1BD5064E3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D9-47FD-8825-3F1BD5064E3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D9-47FD-8825-3F1BD5064E3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86</c:v>
                </c:pt>
                <c:pt idx="2">
                  <c:v>11</c:v>
                </c:pt>
                <c:pt idx="3">
                  <c:v>18</c:v>
                </c:pt>
                <c:pt idx="4">
                  <c:v>15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D9-47FD-8825-3F1BD5064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85-4A1D-ABB2-A664A7BFE3D4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85-4A1D-ABB2-A664A7BFE3D4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85-4A1D-ABB2-A664A7BFE3D4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85-4A1D-ABB2-A664A7BFE3D4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285-4A1D-ABB2-A664A7BFE3D4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285-4A1D-ABB2-A664A7BFE3D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85-4A1D-ABB2-A664A7BFE3D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85-4A1D-ABB2-A664A7BFE3D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285-4A1D-ABB2-A664A7BFE3D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285-4A1D-ABB2-A664A7BFE3D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285-4A1D-ABB2-A664A7BFE3D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285-4A1D-ABB2-A664A7BFE3D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機台關閉/無法啟動</c:v>
                </c:pt>
                <c:pt idx="2">
                  <c:v>機台操作畫面無法登入</c:v>
                </c:pt>
                <c:pt idx="3">
                  <c:v>黑色分選門異常或卡瓶堵塞</c:v>
                </c:pt>
                <c:pt idx="4">
                  <c:v>機台當機/無回應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</c:v>
                </c:pt>
                <c:pt idx="1">
                  <c:v>12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285-4A1D-ABB2-A664A7BFE3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140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07/13 ~ 07/19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045861"/>
              </p:ext>
            </p:extLst>
          </p:nvPr>
        </p:nvGraphicFramePr>
        <p:xfrm>
          <a:off x="164592" y="548639"/>
          <a:ext cx="8851391" cy="1856253"/>
        </p:xfrm>
        <a:graphic>
          <a:graphicData uri="http://schemas.openxmlformats.org/drawingml/2006/table">
            <a:tbl>
              <a:tblPr/>
              <a:tblGrid>
                <a:gridCol w="1034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79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7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7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26週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06/22-06/28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32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158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7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27週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06/29-07/05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103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▲26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▼24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7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28週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07/06-07/12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112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▲9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▼4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▼12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138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▼14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7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29週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07/13-07/19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97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▼15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138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8568" marR="98568" marT="49284" marB="49284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主分類佔比（07/13 ~ 07/19）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　5.1%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86件　62.3%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11件　8%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18件　13%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15件　10.9%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1件　0.7%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10件・7.2%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231746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使用規則/限制條件說明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9件・6.5%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209215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9件・6.5%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209215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83A42A95-CEDA-7FD6-6EE5-6C3D02495EF3}"/>
              </a:ext>
            </a:extLst>
          </p:cNvPr>
          <p:cNvSpPr txBox="1"/>
          <p:nvPr/>
        </p:nvSpPr>
        <p:spPr>
          <a:xfrm>
            <a:off x="7452360" y="2950579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6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2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868892F6-C3E9-2310-E977-7F8D756A8EC6}"/>
              </a:ext>
            </a:extLst>
          </p:cNvPr>
          <p:cNvSpPr txBox="1"/>
          <p:nvPr/>
        </p:nvSpPr>
        <p:spPr>
          <a:xfrm>
            <a:off x="7488936" y="3797713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數家優惠券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07/13 ~ 07/19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47件（54.7%）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機台關閉/無法啟動　12件（14%）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　5件（5.8%）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黑色分選門異常或卡瓶堵塞　4件（4.7%）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機台當機/無回應　4件（4.7%）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14件（16.3%）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（97件）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（5件）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本週熱點站點（第29週：07/13 ~ 07/19）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1428293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機台關閉/無法啟動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389534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259690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1298448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1298448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 瓶蓋桶已滿 43件（44.0%）居首，請確認清空頻率。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桃園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小北百貨桃園三民店站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全聯福利中心大溪員林店站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全聯福利中心平鎮新富店站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全聯福利中心美濃泰安店站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全聯福利中心苓雅三多店站</a:t>
            </a:r>
            <a:endParaRPr lang="en-US" sz="900" b="1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全聯福利中心三民鼎力店站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全家佳里佳里興店站</a:t>
            </a:r>
            <a:endParaRPr lang="en-US" sz="900" b="1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全家歸仁榮大店站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億進寢具善化店站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354</Words>
  <Application>Microsoft Office PowerPoint</Application>
  <PresentationFormat>如螢幕大小 (16:9)</PresentationFormat>
  <Paragraphs>151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2026-07-20T03:00:07Z</dcterms:created>
  <dcterms:modified xsi:type="dcterms:W3CDTF">2026-07-20T03:48:59Z</dcterms:modified>
</cp:coreProperties>
</file>