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6</c:v>
                </c:pt>
                <c:pt idx="1">
                  <c:v>117</c:v>
                </c:pt>
                <c:pt idx="2">
                  <c:v>20</c:v>
                </c:pt>
                <c:pt idx="3">
                  <c:v>26</c:v>
                </c:pt>
                <c:pt idx="4">
                  <c:v>12</c:v>
                </c:pt>
                <c:pt idx="5">
                  <c:v>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寶特瓶滿艙</c:v>
                </c:pt>
                <c:pt idx="1">
                  <c:v>回收箱滿艙</c:v>
                </c:pt>
                <c:pt idx="2">
                  <c:v>履帶未作動或異常抖動</c:v>
                </c:pt>
                <c:pt idx="3">
                  <c:v>辨識失敗異常或錯誤</c:v>
                </c:pt>
                <c:pt idx="4">
                  <c:v>機台需維護/故障提醒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24</c:v>
                </c:pt>
                <c:pt idx="2">
                  <c:v>12</c:v>
                </c:pt>
                <c:pt idx="3">
                  <c:v>11</c:v>
                </c:pt>
                <c:pt idx="4">
                  <c:v>11</c:v>
                </c:pt>
                <c:pt idx="5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07/20 ~ 07/26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27週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06/29-07/05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28週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07/06-07/12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29週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07/13-07/19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30週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07/20-07/26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主分類佔比（07/20 ~ 07/26）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6件　3.2%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117件　62.9%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20件　10.8%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26件　14%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12件　6.5%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4件　2.2%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20件・10.8%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347618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9件・4.8%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154497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其他建議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7件・3.8%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22310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07/20 ~ 07/26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寶特瓶滿艙　27件（23.1%）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　24件（20.5%）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　12件（10.3%）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辨識失敗異常或錯誤　11件（9.4%）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　11件（9.4%）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32件（27.4%）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（132件）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（17件）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本週熱點站點（第30週：07/20 ~ 07/26）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寶特瓶滿艙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584302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584302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389534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779069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投入物卡住_瓶罐/電池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584302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【注意】點數未入帳號 持續高位｜本週20件（10.8%）。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833872" y="255117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臺南集過來智慧回收島站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833872" y="275691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輕鬆購五金百貨永康中山旗艦門市站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833872" y="296265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億進寢具安南店站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833872" y="343357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全聯福利中心苓雅三多店站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833872" y="363931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億進寢具鳳林店站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833872" y="384505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特力屋大順店站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桃園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833872" y="43159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康達盛通中壢店方舟站</a:t>
            </a:r>
            <a:endParaRPr lang="en-US" sz="90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833872" y="452170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全聯福利中心觀音莊敬店站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833872" y="472744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康達盛通中原店站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2026-07-27T03:00:07Z</dcterms:created>
  <dcterms:modified xsi:type="dcterms:W3CDTF">2026-07-27T03:00:07Z</dcterms:modified>
</cp:coreProperties>
</file>