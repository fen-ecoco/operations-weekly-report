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佔比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FAE0B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APP帳號設定問題</c:v>
                </c:pt>
                <c:pt idx="1">
                  <c:v>機台問題</c:v>
                </c:pt>
                <c:pt idx="2">
                  <c:v>回收點數問題</c:v>
                </c:pt>
                <c:pt idx="3">
                  <c:v>顧客關係</c:v>
                </c:pt>
                <c:pt idx="4">
                  <c:v>優惠券問題</c:v>
                </c:pt>
                <c:pt idx="5">
                  <c:v>APP使用問題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</c:v>
                </c:pt>
                <c:pt idx="1">
                  <c:v>106</c:v>
                </c:pt>
                <c:pt idx="2">
                  <c:v>11</c:v>
                </c:pt>
                <c:pt idx="3">
                  <c:v>20</c:v>
                </c:pt>
                <c:pt idx="4">
                  <c:v>11</c:v>
                </c:pt>
                <c:pt idx="5">
                  <c:v>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機台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>
              <a:noneShdw sx="100000" sy="100000" kx="0" ky="0" algn="bl" blurRad="38100" rotWithShape="1" dist="23000" dir="5400000">
                <a:srgbClr val="000000">
                  <a:alpha val="35000"/>
                </a:srgbClr>
              </a:noneShdw>
            </a:effectLst>
          </c:spPr>
          <c:dPt>
            <c:idx val="0"/>
            <c:bubble3D val="0"/>
            <c:spPr>
              <a:solidFill>
                <a:srgbClr val="FF50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1"/>
            <c:bubble3D val="0"/>
            <c:spPr>
              <a:solidFill>
                <a:srgbClr val="060E9F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2"/>
            <c:bubble3D val="0"/>
            <c:spPr>
              <a:solidFill>
                <a:srgbClr val="0076A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3"/>
            <c:bubble3D val="0"/>
            <c:spPr>
              <a:solidFill>
                <a:srgbClr val="FFCE00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4"/>
            <c:bubble3D val="0"/>
            <c:spPr>
              <a:solidFill>
                <a:srgbClr val="8EB8C9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Pt>
            <c:idx val="5"/>
            <c:bubble3D val="0"/>
            <c:spPr>
              <a:solidFill>
                <a:srgbClr val="B8BEC8"/>
              </a:solidFill>
              <a:effectLst>
                <a:noneShdw sx="100000" sy="100000" kx="0" ky="0" algn="bl" blurRad="38100" rotWithShape="1" dist="23000" dir="5400000">
                  <a:srgbClr val="000000">
                    <a:alpha val="35000"/>
                  </a:srgbClr>
                </a:noneShdw>
              </a:effectLst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瓶蓋桶已滿</c:v>
                </c:pt>
                <c:pt idx="1">
                  <c:v>機台需維護/故障提醒</c:v>
                </c:pt>
                <c:pt idx="2">
                  <c:v>機台當機/無回應</c:v>
                </c:pt>
                <c:pt idx="3">
                  <c:v>回收箱滿艙</c:v>
                </c:pt>
                <c:pt idx="4">
                  <c:v>履帶未作動或異常抖動</c:v>
                </c:pt>
                <c:pt idx="5">
                  <c:v>其他機台問題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44</c:v>
                </c:pt>
                <c:pt idx="1">
                  <c:v>13</c:v>
                </c:pt>
                <c:pt idx="2">
                  <c:v>8</c:v>
                </c:pt>
                <c:pt idx="3">
                  <c:v>7</c:v>
                </c:pt>
                <c:pt idx="4">
                  <c:v>6</c:v>
                </c:pt>
                <c:pt idx="5">
                  <c:v>28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07/27 ~ 08/02　客訴問題分析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客訴趨勢分析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64592" y="548640"/>
          <a:ext cx="8814816" cy="1792224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005840"/>
                <a:gridCol w="1005840"/>
                <a:gridCol w="1005840"/>
                <a:gridCol w="804672"/>
                <a:gridCol w="804672"/>
                <a:gridCol w="804672"/>
                <a:gridCol w="768096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週次/期間</a:t>
                      </a:r>
                      <a:endParaRPr lang="en-US" sz="85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收瓶機/方舟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二代電池機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註冊帳號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回收點數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優惠券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APP使用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顧客關係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加總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28週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07/06-07/12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10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29週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07/13-07/19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97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30週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555555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07/20-07/26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132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▲35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17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▲12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186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▲48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31週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07/27-08/02</a:t>
                      </a:r>
                      <a:endParaRPr lang="en-US" sz="8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116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12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▼5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▼3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▼9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▼1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▲4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▼6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5000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159</a:t>
                      </a:r>
                      <a:pPr algn="ctr" indent="0" marL="0">
                        <a:buNone/>
                      </a:pPr>
                      <a:r>
                        <a:rPr lang="en-US" sz="650" dirty="0">
                          <a:solidFill>
                            <a:srgbClr val="0076A9"/>
                          </a:solidFill>
                          <a:latin typeface="Noto Sans TC" pitchFamily="34" charset="0"/>
                          <a:ea typeface="Noto Sans TC" pitchFamily="34" charset="-122"/>
                          <a:cs typeface="Noto Sans TC" pitchFamily="34" charset="-120"/>
                        </a:rPr>
                        <a:t> ▼27</a:t>
                      </a:r>
                      <a:endParaRPr lang="en-US" sz="1200" dirty="0">
                        <a:latin typeface="Noto Sans TC" charset="0"/>
                        <a:ea typeface="Noto Sans TC" charset="0"/>
                        <a:cs typeface="Noto Sans T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64592" y="2404872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246888" y="241401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當週客訴佔比 + 主分類佔比（07/27 ~ 08/02）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" y="2642616"/>
          <a:ext cx="3529584" cy="23408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3703320" y="2706624"/>
            <a:ext cx="182880" cy="18288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10" name="Text 6"/>
          <p:cNvSpPr/>
          <p:nvPr/>
        </p:nvSpPr>
        <p:spPr>
          <a:xfrm>
            <a:off x="3941064" y="26700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APP帳號設定問題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941064" y="28620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3件　1.9%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3703320" y="3095244"/>
            <a:ext cx="182880" cy="18288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13" name="Text 9"/>
          <p:cNvSpPr/>
          <p:nvPr/>
        </p:nvSpPr>
        <p:spPr>
          <a:xfrm>
            <a:off x="3941064" y="305866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機台問題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941064" y="325069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106件　66.7%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3703320" y="3483864"/>
            <a:ext cx="182880" cy="18288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6" name="Text 12"/>
          <p:cNvSpPr/>
          <p:nvPr/>
        </p:nvSpPr>
        <p:spPr>
          <a:xfrm>
            <a:off x="3941064" y="344728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回收點數問題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941064" y="363931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11件　6.9%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3703320" y="3872484"/>
            <a:ext cx="182880" cy="18288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9" name="Text 15"/>
          <p:cNvSpPr/>
          <p:nvPr/>
        </p:nvSpPr>
        <p:spPr>
          <a:xfrm>
            <a:off x="3941064" y="383590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顧客關係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3941064" y="402793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20件　12.6%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3703320" y="4261104"/>
            <a:ext cx="182880" cy="18288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22" name="Text 18"/>
          <p:cNvSpPr/>
          <p:nvPr/>
        </p:nvSpPr>
        <p:spPr>
          <a:xfrm>
            <a:off x="3941064" y="422452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優惠券問題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3941064" y="441655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11件　6.9%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3703320" y="4649724"/>
            <a:ext cx="182880" cy="182880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25" name="Text 21"/>
          <p:cNvSpPr/>
          <p:nvPr/>
        </p:nvSpPr>
        <p:spPr>
          <a:xfrm>
            <a:off x="3941064" y="4613148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APP使用問題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3941064" y="4805172"/>
            <a:ext cx="1965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8件　5%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788152" y="2642616"/>
            <a:ext cx="3264408" cy="800100"/>
          </a:xfrm>
          <a:prstGeom prst="rect">
            <a:avLst/>
          </a:prstGeom>
          <a:solidFill>
            <a:srgbClr val="FFF4E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88152" y="2642616"/>
            <a:ext cx="45720" cy="80010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5"/>
          <p:cNvSpPr/>
          <p:nvPr/>
        </p:nvSpPr>
        <p:spPr>
          <a:xfrm>
            <a:off x="5879592" y="269748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089904" y="26974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6089904" y="291693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11件・6.9%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8348472" y="271576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33" name="Shape 29"/>
          <p:cNvSpPr/>
          <p:nvPr/>
        </p:nvSpPr>
        <p:spPr>
          <a:xfrm>
            <a:off x="5833872" y="338785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4" name="Shape 30"/>
          <p:cNvSpPr/>
          <p:nvPr/>
        </p:nvSpPr>
        <p:spPr>
          <a:xfrm>
            <a:off x="5833872" y="3387852"/>
            <a:ext cx="222089" cy="45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5" name="Shape 31"/>
          <p:cNvSpPr/>
          <p:nvPr/>
        </p:nvSpPr>
        <p:spPr>
          <a:xfrm>
            <a:off x="5788152" y="3465576"/>
            <a:ext cx="3264408" cy="800100"/>
          </a:xfrm>
          <a:prstGeom prst="rect">
            <a:avLst/>
          </a:prstGeom>
          <a:solidFill>
            <a:srgbClr val="EEF6FB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788152" y="3465576"/>
            <a:ext cx="45720" cy="80010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7" name="Text 33"/>
          <p:cNvSpPr/>
          <p:nvPr/>
        </p:nvSpPr>
        <p:spPr>
          <a:xfrm>
            <a:off x="5879592" y="352044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6089904" y="35204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使用規則/限制條件說明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089904" y="373989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10件・6.3%</a:t>
            </a:r>
            <a:endParaRPr lang="en-US" sz="1800" dirty="0"/>
          </a:p>
        </p:txBody>
      </p:sp>
      <p:sp>
        <p:nvSpPr>
          <p:cNvPr id="40" name="Text 36"/>
          <p:cNvSpPr/>
          <p:nvPr/>
        </p:nvSpPr>
        <p:spPr>
          <a:xfrm>
            <a:off x="8348472" y="353872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1" name="Shape 37"/>
          <p:cNvSpPr/>
          <p:nvPr/>
        </p:nvSpPr>
        <p:spPr>
          <a:xfrm>
            <a:off x="5833872" y="421081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2" name="Shape 38"/>
          <p:cNvSpPr/>
          <p:nvPr/>
        </p:nvSpPr>
        <p:spPr>
          <a:xfrm>
            <a:off x="5833872" y="4210812"/>
            <a:ext cx="202777" cy="45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43" name="Shape 39"/>
          <p:cNvSpPr/>
          <p:nvPr/>
        </p:nvSpPr>
        <p:spPr>
          <a:xfrm>
            <a:off x="5788152" y="4288536"/>
            <a:ext cx="3264408" cy="800100"/>
          </a:xfrm>
          <a:prstGeom prst="rect">
            <a:avLst/>
          </a:prstGeom>
          <a:solidFill>
            <a:srgbClr val="F5F7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788152" y="4288536"/>
            <a:ext cx="45720" cy="80010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5" name="Text 41"/>
          <p:cNvSpPr/>
          <p:nvPr/>
        </p:nvSpPr>
        <p:spPr>
          <a:xfrm>
            <a:off x="5879592" y="4343400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6089904" y="43434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許願新增站點/設站建議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6089904" y="4562856"/>
            <a:ext cx="22128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9件・5.7%</a:t>
            </a:r>
            <a:endParaRPr lang="en-US" sz="1800" dirty="0"/>
          </a:p>
        </p:txBody>
      </p:sp>
      <p:sp>
        <p:nvSpPr>
          <p:cNvPr id="48" name="Text 44"/>
          <p:cNvSpPr/>
          <p:nvPr/>
        </p:nvSpPr>
        <p:spPr>
          <a:xfrm>
            <a:off x="8348472" y="4361688"/>
            <a:ext cx="6675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600" dirty="0"/>
          </a:p>
        </p:txBody>
      </p:sp>
      <p:sp>
        <p:nvSpPr>
          <p:cNvPr id="49" name="Shape 45"/>
          <p:cNvSpPr/>
          <p:nvPr/>
        </p:nvSpPr>
        <p:spPr>
          <a:xfrm>
            <a:off x="5833872" y="5033772"/>
            <a:ext cx="3218688" cy="45720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0" name="Shape 46"/>
          <p:cNvSpPr/>
          <p:nvPr/>
        </p:nvSpPr>
        <p:spPr>
          <a:xfrm>
            <a:off x="5833872" y="5033772"/>
            <a:ext cx="183465" cy="45720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592" y="54864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客服課　07/27 ~ 08/02　機台問題佔比 與 熱門站點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64592" y="329184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" name="Text 2"/>
          <p:cNvSpPr/>
          <p:nvPr/>
        </p:nvSpPr>
        <p:spPr>
          <a:xfrm>
            <a:off x="246888" y="3383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客訴詳情與分類佔比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" y="475488"/>
          <a:ext cx="278892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907792" y="530352"/>
            <a:ext cx="137160" cy="13716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7" name="Text 4"/>
          <p:cNvSpPr/>
          <p:nvPr/>
        </p:nvSpPr>
        <p:spPr>
          <a:xfrm>
            <a:off x="3090672" y="49377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瓶蓋桶已滿　44件（41.5%）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907792" y="754380"/>
            <a:ext cx="137160" cy="13716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9" name="Text 6"/>
          <p:cNvSpPr/>
          <p:nvPr/>
        </p:nvSpPr>
        <p:spPr>
          <a:xfrm>
            <a:off x="3090672" y="717804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機台需維護/故障提醒　13件（12.3%）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907792" y="978408"/>
            <a:ext cx="137160" cy="13716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11" name="Text 8"/>
          <p:cNvSpPr/>
          <p:nvPr/>
        </p:nvSpPr>
        <p:spPr>
          <a:xfrm>
            <a:off x="3090672" y="941832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機台當機/無回應　8件（7.5%）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907792" y="1202436"/>
            <a:ext cx="137160" cy="137160"/>
          </a:xfrm>
          <a:prstGeom prst="rect">
            <a:avLst/>
          </a:prstGeom>
          <a:solidFill>
            <a:srgbClr val="FFCE00"/>
          </a:solidFill>
          <a:ln/>
        </p:spPr>
      </p:sp>
      <p:sp>
        <p:nvSpPr>
          <p:cNvPr id="13" name="Text 10"/>
          <p:cNvSpPr/>
          <p:nvPr/>
        </p:nvSpPr>
        <p:spPr>
          <a:xfrm>
            <a:off x="3090672" y="1165860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回收箱滿艙　7件（6.6%）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907792" y="1426464"/>
            <a:ext cx="137160" cy="137160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15" name="Text 12"/>
          <p:cNvSpPr/>
          <p:nvPr/>
        </p:nvSpPr>
        <p:spPr>
          <a:xfrm>
            <a:off x="3090672" y="1389888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履帶未作動或異常抖動　6件（5.7%）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907792" y="1650492"/>
            <a:ext cx="137160" cy="137160"/>
          </a:xfrm>
          <a:prstGeom prst="rect">
            <a:avLst/>
          </a:prstGeom>
          <a:solidFill>
            <a:srgbClr val="B8BEC8"/>
          </a:solidFill>
          <a:ln/>
        </p:spPr>
      </p:sp>
      <p:sp>
        <p:nvSpPr>
          <p:cNvPr id="17" name="Text 14"/>
          <p:cNvSpPr/>
          <p:nvPr/>
        </p:nvSpPr>
        <p:spPr>
          <a:xfrm>
            <a:off x="3090672" y="1613916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其他機台問題　28件（26.4%）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596128" y="475488"/>
            <a:ext cx="1005840" cy="1554480"/>
          </a:xfrm>
          <a:prstGeom prst="rect">
            <a:avLst/>
          </a:prstGeom>
          <a:solidFill>
            <a:srgbClr val="FFF3EC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9612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收瓶機/方舟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559612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559612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（116件）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693408" y="475488"/>
            <a:ext cx="1005840" cy="1554480"/>
          </a:xfrm>
          <a:prstGeom prst="rect">
            <a:avLst/>
          </a:prstGeom>
          <a:solidFill>
            <a:srgbClr val="EDF5FB"/>
          </a:solidFill>
          <a:ln w="12700">
            <a:solidFill>
              <a:srgbClr val="8EB8C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93408" y="5303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電池機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93408" y="731520"/>
            <a:ext cx="1005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6693408" y="160934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（12件）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164592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7" name="Text 24"/>
          <p:cNvSpPr/>
          <p:nvPr/>
        </p:nvSpPr>
        <p:spPr>
          <a:xfrm>
            <a:off x="246888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收瓶機、電池機客訴 Top 3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669280" y="2121408"/>
            <a:ext cx="45720" cy="20116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751576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本週熱點站點（第31週：07/27 ~ 08/02）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31" name="Text 28"/>
          <p:cNvSpPr/>
          <p:nvPr/>
        </p:nvSpPr>
        <p:spPr>
          <a:xfrm>
            <a:off x="164592" y="2304288"/>
            <a:ext cx="658368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841248" y="2322576"/>
            <a:ext cx="4736592" cy="333756"/>
          </a:xfrm>
          <a:prstGeom prst="rect">
            <a:avLst/>
          </a:prstGeom>
          <a:solidFill>
            <a:srgbClr val="EDF3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2386584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133856" y="238658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瓶蓋桶已滿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809744" y="235915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1133856" y="2610612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37" name="Shape 34"/>
          <p:cNvSpPr/>
          <p:nvPr/>
        </p:nvSpPr>
        <p:spPr>
          <a:xfrm>
            <a:off x="1133856" y="2610612"/>
            <a:ext cx="1103681" cy="34747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Shape 35"/>
          <p:cNvSpPr/>
          <p:nvPr/>
        </p:nvSpPr>
        <p:spPr>
          <a:xfrm>
            <a:off x="841248" y="2674620"/>
            <a:ext cx="4736592" cy="333756"/>
          </a:xfrm>
          <a:prstGeom prst="rect">
            <a:avLst/>
          </a:prstGeom>
          <a:solidFill>
            <a:srgbClr val="F4F8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96112" y="2738628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1133856" y="2738628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機台需維護/故障提醒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809744" y="271119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60E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1133856" y="296265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3" name="Shape 40"/>
          <p:cNvSpPr/>
          <p:nvPr/>
        </p:nvSpPr>
        <p:spPr>
          <a:xfrm>
            <a:off x="1133856" y="2962656"/>
            <a:ext cx="324612" cy="34747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44" name="Shape 41"/>
          <p:cNvSpPr/>
          <p:nvPr/>
        </p:nvSpPr>
        <p:spPr>
          <a:xfrm>
            <a:off x="841248" y="3026664"/>
            <a:ext cx="4736592" cy="333756"/>
          </a:xfrm>
          <a:prstGeom prst="rect">
            <a:avLst/>
          </a:prstGeom>
          <a:solidFill>
            <a:srgbClr val="F9FBFF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96112" y="309067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1133856" y="309067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4809744" y="306324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1133856" y="3314700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49" name="Shape 46"/>
          <p:cNvSpPr/>
          <p:nvPr/>
        </p:nvSpPr>
        <p:spPr>
          <a:xfrm>
            <a:off x="1133856" y="3314700"/>
            <a:ext cx="227228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0" name="Shape 47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51" name="Text 48"/>
          <p:cNvSpPr/>
          <p:nvPr/>
        </p:nvSpPr>
        <p:spPr>
          <a:xfrm>
            <a:off x="164592" y="3396996"/>
            <a:ext cx="6583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電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機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841248" y="3415284"/>
            <a:ext cx="4736592" cy="327355"/>
          </a:xfrm>
          <a:prstGeom prst="rect">
            <a:avLst/>
          </a:prstGeom>
          <a:solidFill>
            <a:srgbClr val="F0FDF7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96112" y="3479292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1133856" y="3479292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點數未入帳號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809744" y="3451860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76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2000" dirty="0"/>
          </a:p>
        </p:txBody>
      </p:sp>
      <p:sp>
        <p:nvSpPr>
          <p:cNvPr id="56" name="Shape 53"/>
          <p:cNvSpPr/>
          <p:nvPr/>
        </p:nvSpPr>
        <p:spPr>
          <a:xfrm>
            <a:off x="1133856" y="3694176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57" name="Shape 54"/>
          <p:cNvSpPr/>
          <p:nvPr/>
        </p:nvSpPr>
        <p:spPr>
          <a:xfrm>
            <a:off x="1133856" y="3694176"/>
            <a:ext cx="811530" cy="34747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8" name="Shape 55"/>
          <p:cNvSpPr/>
          <p:nvPr/>
        </p:nvSpPr>
        <p:spPr>
          <a:xfrm>
            <a:off x="841248" y="3760927"/>
            <a:ext cx="4736592" cy="327355"/>
          </a:xfrm>
          <a:prstGeom prst="rect">
            <a:avLst/>
          </a:prstGeom>
          <a:solidFill>
            <a:srgbClr val="F7FAFE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3824935"/>
            <a:ext cx="182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B8C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1133856" y="3824935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履帶未作動或異常抖動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4809744" y="3797503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B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2000" dirty="0"/>
          </a:p>
        </p:txBody>
      </p:sp>
      <p:sp>
        <p:nvSpPr>
          <p:cNvPr id="62" name="Shape 59"/>
          <p:cNvSpPr/>
          <p:nvPr/>
        </p:nvSpPr>
        <p:spPr>
          <a:xfrm>
            <a:off x="1133856" y="4039819"/>
            <a:ext cx="3246120" cy="34747"/>
          </a:xfrm>
          <a:prstGeom prst="rect">
            <a:avLst/>
          </a:prstGeom>
          <a:solidFill>
            <a:srgbClr val="EBEBEB"/>
          </a:solidFill>
          <a:ln/>
        </p:spPr>
      </p:sp>
      <p:sp>
        <p:nvSpPr>
          <p:cNvPr id="63" name="Shape 60"/>
          <p:cNvSpPr/>
          <p:nvPr/>
        </p:nvSpPr>
        <p:spPr>
          <a:xfrm>
            <a:off x="1133856" y="4039819"/>
            <a:ext cx="551840" cy="34747"/>
          </a:xfrm>
          <a:prstGeom prst="rect">
            <a:avLst/>
          </a:prstGeom>
          <a:solidFill>
            <a:srgbClr val="8EB8C9"/>
          </a:solidFill>
          <a:ln/>
        </p:spPr>
      </p:sp>
      <p:sp>
        <p:nvSpPr>
          <p:cNvPr id="64" name="Shape 61"/>
          <p:cNvSpPr/>
          <p:nvPr/>
        </p:nvSpPr>
        <p:spPr>
          <a:xfrm>
            <a:off x="164592" y="4151376"/>
            <a:ext cx="5376672" cy="548640"/>
          </a:xfrm>
          <a:prstGeom prst="rect">
            <a:avLst/>
          </a:prstGeom>
          <a:solidFill>
            <a:srgbClr val="FAE0B8"/>
          </a:solidFill>
          <a:ln w="12700">
            <a:solidFill>
              <a:srgbClr val="FFCE00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256032" y="4169664"/>
            <a:ext cx="52303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480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收瓶機 瓶蓋桶已滿 40件（34.0%）居首，請確認清空頻率。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5669280" y="2304288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67" name="Text 64"/>
          <p:cNvSpPr/>
          <p:nvPr/>
        </p:nvSpPr>
        <p:spPr>
          <a:xfrm>
            <a:off x="5724144" y="2304288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高雄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8412480" y="230428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5833872" y="255117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特力屋大順店站</a:t>
            </a:r>
            <a:endParaRPr lang="en-US" sz="900" dirty="0"/>
          </a:p>
        </p:txBody>
      </p:sp>
      <p:sp>
        <p:nvSpPr>
          <p:cNvPr id="70" name="Text 67"/>
          <p:cNvSpPr/>
          <p:nvPr/>
        </p:nvSpPr>
        <p:spPr>
          <a:xfrm>
            <a:off x="8412480" y="25511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5833872" y="275691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全聯福利中心大寮三隆店站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8412480" y="27569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5833872" y="2962656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全家高雄德中店站</a:t>
            </a:r>
            <a:endParaRPr lang="en-US" sz="900" dirty="0"/>
          </a:p>
        </p:txBody>
      </p:sp>
      <p:sp>
        <p:nvSpPr>
          <p:cNvPr id="74" name="Text 71"/>
          <p:cNvSpPr/>
          <p:nvPr/>
        </p:nvSpPr>
        <p:spPr>
          <a:xfrm>
            <a:off x="8412480" y="29626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5669280" y="3186684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76" name="Text 73"/>
          <p:cNvSpPr/>
          <p:nvPr/>
        </p:nvSpPr>
        <p:spPr>
          <a:xfrm>
            <a:off x="5724144" y="3186684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桃園</a:t>
            </a:r>
            <a:endParaRPr lang="en-US" sz="1200" dirty="0"/>
          </a:p>
        </p:txBody>
      </p:sp>
      <p:sp>
        <p:nvSpPr>
          <p:cNvPr id="77" name="Text 74"/>
          <p:cNvSpPr/>
          <p:nvPr/>
        </p:nvSpPr>
        <p:spPr>
          <a:xfrm>
            <a:off x="8412480" y="3186684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5833872" y="343357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小北百貨桃園永安二店站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8412480" y="343357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5833872" y="363931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全聯福利中心觀音莊敬店站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8412480" y="36393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833872" y="3845052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全聯福利中心楊梅三元店站</a:t>
            </a:r>
            <a:endParaRPr lang="en-US" sz="900" dirty="0"/>
          </a:p>
        </p:txBody>
      </p:sp>
      <p:sp>
        <p:nvSpPr>
          <p:cNvPr id="83" name="Text 80"/>
          <p:cNvSpPr/>
          <p:nvPr/>
        </p:nvSpPr>
        <p:spPr>
          <a:xfrm>
            <a:off x="8412480" y="38450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669280" y="4069080"/>
            <a:ext cx="3337560" cy="237744"/>
          </a:xfrm>
          <a:prstGeom prst="rect">
            <a:avLst/>
          </a:prstGeom>
          <a:solidFill>
            <a:srgbClr val="FAE0B8"/>
          </a:solidFill>
          <a:ln/>
        </p:spPr>
      </p:sp>
      <p:sp>
        <p:nvSpPr>
          <p:cNvPr id="85" name="Text 82"/>
          <p:cNvSpPr/>
          <p:nvPr/>
        </p:nvSpPr>
        <p:spPr>
          <a:xfrm>
            <a:off x="5724144" y="4069080"/>
            <a:ext cx="1645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0E9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臺南</a:t>
            </a:r>
            <a:endParaRPr lang="en-US" sz="1200" dirty="0"/>
          </a:p>
        </p:txBody>
      </p:sp>
      <p:sp>
        <p:nvSpPr>
          <p:cNvPr id="86" name="Text 83"/>
          <p:cNvSpPr/>
          <p:nvPr/>
        </p:nvSpPr>
        <p:spPr>
          <a:xfrm>
            <a:off x="8412480" y="40690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87" name="Text 84"/>
          <p:cNvSpPr/>
          <p:nvPr/>
        </p:nvSpPr>
        <p:spPr>
          <a:xfrm>
            <a:off x="5833872" y="431596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億進寢具安南店站</a:t>
            </a:r>
            <a:endParaRPr lang="en-US" sz="900" dirty="0"/>
          </a:p>
        </p:txBody>
      </p:sp>
      <p:sp>
        <p:nvSpPr>
          <p:cNvPr id="88" name="Text 85"/>
          <p:cNvSpPr/>
          <p:nvPr/>
        </p:nvSpPr>
        <p:spPr>
          <a:xfrm>
            <a:off x="8412480" y="431596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89" name="Text 86"/>
          <p:cNvSpPr/>
          <p:nvPr/>
        </p:nvSpPr>
        <p:spPr>
          <a:xfrm>
            <a:off x="5833872" y="452170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</a:t>
            </a:r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臺南集過來智慧回收島站</a:t>
            </a:r>
            <a:endParaRPr lang="en-US" sz="900" dirty="0"/>
          </a:p>
        </p:txBody>
      </p:sp>
      <p:sp>
        <p:nvSpPr>
          <p:cNvPr id="90" name="Text 87"/>
          <p:cNvSpPr/>
          <p:nvPr/>
        </p:nvSpPr>
        <p:spPr>
          <a:xfrm>
            <a:off x="8412480" y="452170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5833872" y="4727448"/>
            <a:ext cx="3063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  萬家福仁德店方舟站</a:t>
            </a:r>
            <a:endParaRPr lang="en-US" sz="850" dirty="0"/>
          </a:p>
        </p:txBody>
      </p:sp>
      <p:sp>
        <p:nvSpPr>
          <p:cNvPr id="92" name="Text 89"/>
          <p:cNvSpPr/>
          <p:nvPr/>
        </p:nvSpPr>
        <p:spPr>
          <a:xfrm>
            <a:off x="8412480" y="472744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2026-08-03T03:00:08Z</dcterms:created>
  <dcterms:modified xsi:type="dcterms:W3CDTF">2026-08-03T03:00:08Z</dcterms:modified>
</cp:coreProperties>
</file>