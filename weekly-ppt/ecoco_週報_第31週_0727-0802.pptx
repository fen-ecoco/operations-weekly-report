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72-4C86-9718-67E6AD4BB8D2}"/>
              </c:ext>
            </c:extLst>
          </c:dPt>
          <c:dPt>
            <c:idx val="1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72-4C86-9718-67E6AD4BB8D2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C72-4C86-9718-67E6AD4BB8D2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C72-4C86-9718-67E6AD4BB8D2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C72-4C86-9718-67E6AD4BB8D2}"/>
              </c:ext>
            </c:extLst>
          </c:dPt>
          <c:dPt>
            <c:idx val="5"/>
            <c:bubble3D val="0"/>
            <c:spPr>
              <a:solidFill>
                <a:srgbClr val="FAE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C72-4C86-9718-67E6AD4BB8D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C72-4C86-9718-67E6AD4BB8D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72-4C86-9718-67E6AD4BB8D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C72-4C86-9718-67E6AD4BB8D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C72-4C86-9718-67E6AD4BB8D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C72-4C86-9718-67E6AD4BB8D2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C72-4C86-9718-67E6AD4BB8D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106</c:v>
                </c:pt>
                <c:pt idx="2">
                  <c:v>11</c:v>
                </c:pt>
                <c:pt idx="3">
                  <c:v>20</c:v>
                </c:pt>
                <c:pt idx="4">
                  <c:v>11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C72-4C86-9718-67E6AD4BB8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5DB-45A8-BEB8-B881F0E1FCD8}"/>
              </c:ext>
            </c:extLst>
          </c:dPt>
          <c:dPt>
            <c:idx val="1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DB-45A8-BEB8-B881F0E1FCD8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DB-45A8-BEB8-B881F0E1FCD8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5DB-45A8-BEB8-B881F0E1FCD8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5DB-45A8-BEB8-B881F0E1FCD8}"/>
              </c:ext>
            </c:extLst>
          </c:dPt>
          <c:dPt>
            <c:idx val="5"/>
            <c:bubble3D val="0"/>
            <c:spPr>
              <a:solidFill>
                <a:srgbClr val="B8BE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5DB-45A8-BEB8-B881F0E1FCD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DB-45A8-BEB8-B881F0E1FCD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DB-45A8-BEB8-B881F0E1FCD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5DB-45A8-BEB8-B881F0E1FCD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5DB-45A8-BEB8-B881F0E1FCD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DB-45A8-BEB8-B881F0E1FCD8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DB-45A8-BEB8-B881F0E1FCD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瓶蓋桶已滿</c:v>
                </c:pt>
                <c:pt idx="1">
                  <c:v>機台需維護/故障提醒</c:v>
                </c:pt>
                <c:pt idx="2">
                  <c:v>機台當機/無回應</c:v>
                </c:pt>
                <c:pt idx="3">
                  <c:v>回收箱滿艙</c:v>
                </c:pt>
                <c:pt idx="4">
                  <c:v>履帶未作動或異常抖動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</c:v>
                </c:pt>
                <c:pt idx="1">
                  <c:v>13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5DB-45A8-BEB8-B881F0E1FC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548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07/27 ~ 08/02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客訴趨勢分析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292966"/>
              </p:ext>
            </p:extLst>
          </p:nvPr>
        </p:nvGraphicFramePr>
        <p:xfrm>
          <a:off x="304365" y="548640"/>
          <a:ext cx="8711619" cy="1671218"/>
        </p:xfrm>
        <a:graphic>
          <a:graphicData uri="http://schemas.openxmlformats.org/drawingml/2006/table">
            <a:tbl>
              <a:tblPr/>
              <a:tblGrid>
                <a:gridCol w="1018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7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3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3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3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48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00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85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28週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07/06-07/12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29週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07/13-07/19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97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30週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07/20-07/26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132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17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26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186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31週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07/27-08/02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116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159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主分類佔比（07/27 ~ 08/02）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" y="2642616"/>
          <a:ext cx="3529584" cy="2340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3件　1.9%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106件　66.7%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11件　6.9%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20件　12.6%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11件　6.9%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8件　5%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11件・6.9%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0"/>
          <p:cNvSpPr/>
          <p:nvPr/>
        </p:nvSpPr>
        <p:spPr>
          <a:xfrm>
            <a:off x="5833872" y="3387852"/>
            <a:ext cx="222089" cy="45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使用規則/限制條件說明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10件・6.3%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8"/>
          <p:cNvSpPr/>
          <p:nvPr/>
        </p:nvSpPr>
        <p:spPr>
          <a:xfrm>
            <a:off x="5833872" y="4210812"/>
            <a:ext cx="202777" cy="45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9件・5.7%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6"/>
          <p:cNvSpPr/>
          <p:nvPr/>
        </p:nvSpPr>
        <p:spPr>
          <a:xfrm>
            <a:off x="5833872" y="5033772"/>
            <a:ext cx="183465" cy="45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A30DAB9-6942-8072-8264-DAE0DDFF8E8B}"/>
              </a:ext>
            </a:extLst>
          </p:cNvPr>
          <p:cNvSpPr txBox="1"/>
          <p:nvPr/>
        </p:nvSpPr>
        <p:spPr>
          <a:xfrm>
            <a:off x="7563405" y="2949593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收瓶機*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7 &amp; </a:t>
            </a: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電池機*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3</a:t>
            </a:r>
            <a:endParaRPr lang="en-US" altLang="zh-TW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07/27 ~ 08/02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客訴詳情與分類佔比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" y="475488"/>
          <a:ext cx="27889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寶特瓶</a:t>
            </a:r>
            <a:r>
              <a:rPr lang="en-US" sz="850" dirty="0" err="1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已滿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44件（41.5%）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　13件（12.3%）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機台當機/無回應　8件（7.5%）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回收箱滿艙　7件（6.6%）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　6件（5.7%）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28件（26.4%）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（116件）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（12件）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本週熱點站點（第31週：07/27 ~ 08/02）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寶特瓶</a:t>
            </a:r>
            <a:r>
              <a:rPr lang="en-US" sz="950" dirty="0" err="1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已滿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1133856" y="2610612"/>
            <a:ext cx="1103681" cy="34747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1133856" y="2962656"/>
            <a:ext cx="324612" cy="34747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1133856" y="3314700"/>
            <a:ext cx="227228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1133856" y="3694176"/>
            <a:ext cx="811530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0"/>
          <p:cNvSpPr/>
          <p:nvPr/>
        </p:nvSpPr>
        <p:spPr>
          <a:xfrm>
            <a:off x="1133856" y="4039819"/>
            <a:ext cx="551840" cy="34747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61"/>
          <p:cNvSpPr/>
          <p:nvPr/>
        </p:nvSpPr>
        <p:spPr>
          <a:xfrm>
            <a:off x="164592" y="4151376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</a:t>
            </a:r>
            <a:r>
              <a:rPr lang="en-US" sz="120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</a:t>
            </a:r>
            <a:r>
              <a:rPr lang="zh-TW" altLang="en-US" sz="120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寶特瓶</a:t>
            </a:r>
            <a:r>
              <a:rPr lang="en-US" sz="1200" dirty="0" err="1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已滿</a:t>
            </a:r>
            <a:r>
              <a:rPr lang="en-US" sz="120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40件（34.0%）</a:t>
            </a:r>
            <a:r>
              <a:rPr lang="en-US" sz="1200" dirty="0" err="1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居首，請確認清空頻率</a:t>
            </a:r>
            <a:r>
              <a:rPr lang="en-US" sz="120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833872" y="255117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特力屋大順店站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833872" y="275691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全聯福利中心大寮三隆店站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833872" y="296265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全家高雄德中店站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桃園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833872" y="343357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小北百貨桃園永安二店站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833872" y="363931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全聯福利中心觀音莊敬店站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833872" y="384505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全聯福利中心楊梅三元店站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833872" y="431596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億進寢具安南店站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833872" y="452170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臺南集過來智慧回收島站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833872" y="472744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  萬家福仁德店方舟站</a:t>
            </a:r>
            <a:endParaRPr lang="en-US" sz="85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353</Words>
  <Application>Microsoft Office PowerPoint</Application>
  <PresentationFormat>如螢幕大小 (16:9)</PresentationFormat>
  <Paragraphs>150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Noto Sans TC</vt:lpstr>
      <vt:lpstr>Arial</vt:lpstr>
      <vt:lpstr>Office Theme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3</cp:revision>
  <dcterms:created xsi:type="dcterms:W3CDTF">2026-08-03T03:00:08Z</dcterms:created>
  <dcterms:modified xsi:type="dcterms:W3CDTF">2026-08-03T06:03:49Z</dcterms:modified>
</cp:coreProperties>
</file>