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FAE0B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44</c:v>
                </c:pt>
                <c:pt idx="1">
                  <c:v>78</c:v>
                </c:pt>
                <c:pt idx="2">
                  <c:v>19</c:v>
                </c:pt>
                <c:pt idx="3">
                  <c:v>11</c:v>
                </c:pt>
                <c:pt idx="4">
                  <c:v>13</c:v>
                </c:pt>
                <c:pt idx="5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B8BEC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機台需維護/故障提醒</c:v>
                </c:pt>
                <c:pt idx="2">
                  <c:v>履帶未作動或異常抖動</c:v>
                </c:pt>
                <c:pt idx="3">
                  <c:v>操作流程異常/無法正常操作</c:v>
                </c:pt>
                <c:pt idx="4">
                  <c:v>機台操作畫面無法登入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29</c:v>
                </c:pt>
                <c:pt idx="1">
                  <c:v>9</c:v>
                </c:pt>
                <c:pt idx="2">
                  <c:v>8</c:v>
                </c:pt>
                <c:pt idx="3">
                  <c:v>5</c:v>
                </c:pt>
                <c:pt idx="4">
                  <c:v>5</c:v>
                </c:pt>
                <c:pt idx="5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06/01 ~ 06/07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48640"/>
          <a:ext cx="8814816" cy="1792224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005840"/>
                <a:gridCol w="1005840"/>
                <a:gridCol w="1005840"/>
                <a:gridCol w="804672"/>
                <a:gridCol w="804672"/>
                <a:gridCol w="804672"/>
                <a:gridCol w="768096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05/11-05/17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05/18-05/24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▲224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357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▲244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05/25-05/31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▼109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06/01-06/07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44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主分類佔比（06/01 ~ 06/07）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" y="2642616"/>
          <a:ext cx="3529584" cy="2340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44件　26.2%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78件　46.4%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19件　11.3%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　6.5%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　7.7%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3件　1.8%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無法接收簡訊驗證碼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36件・13.1%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連三週持續高位，建議追蹤SMS服務商改善進度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4" name="Shape 30"/>
          <p:cNvSpPr/>
          <p:nvPr/>
        </p:nvSpPr>
        <p:spPr>
          <a:xfrm>
            <a:off x="5833872" y="3387852"/>
            <a:ext cx="421648" cy="45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19件・6.9%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收瓶機18件、方舟站1件</a:t>
            </a:r>
            <a:endParaRPr lang="en-US" sz="7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2" name="Shape 38"/>
          <p:cNvSpPr/>
          <p:nvPr/>
        </p:nvSpPr>
        <p:spPr>
          <a:xfrm>
            <a:off x="5833872" y="4210812"/>
            <a:ext cx="222089" cy="45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忘記密碼/無法重設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5件・1.8%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與簡訊驗證碼問題高度相關</a:t>
            </a:r>
            <a:endParaRPr lang="en-US" sz="7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0" name="Shape 46"/>
          <p:cNvSpPr/>
          <p:nvPr/>
        </p:nvSpPr>
        <p:spPr>
          <a:xfrm>
            <a:off x="5833872" y="5033772"/>
            <a:ext cx="57936" cy="45720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06/01 ~ 06/07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" y="475488"/>
          <a:ext cx="27889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29件（37.2%）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9件（11.5%）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8件（10.3%）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操作流程異常/無法正常操作　5件（6.4%）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5件（6.4%）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22件（28.2%）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（95件）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本週熱點站點（第23週：06/01 ~ 06/07）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7" name="Shape 34"/>
          <p:cNvSpPr/>
          <p:nvPr/>
        </p:nvSpPr>
        <p:spPr>
          <a:xfrm>
            <a:off x="1133856" y="2610612"/>
            <a:ext cx="1006297" cy="34747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3" name="Shape 40"/>
          <p:cNvSpPr/>
          <p:nvPr/>
        </p:nvSpPr>
        <p:spPr>
          <a:xfrm>
            <a:off x="1133856" y="2962656"/>
            <a:ext cx="649224" cy="34747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9" name="Shape 46"/>
          <p:cNvSpPr/>
          <p:nvPr/>
        </p:nvSpPr>
        <p:spPr>
          <a:xfrm>
            <a:off x="1133856" y="3314700"/>
            <a:ext cx="259690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操作流程異常/無法正常操作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7" name="Shape 54"/>
          <p:cNvSpPr/>
          <p:nvPr/>
        </p:nvSpPr>
        <p:spPr>
          <a:xfrm>
            <a:off x="1133856" y="3694176"/>
            <a:ext cx="1071220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3" name="Shape 60"/>
          <p:cNvSpPr/>
          <p:nvPr/>
        </p:nvSpPr>
        <p:spPr>
          <a:xfrm>
            <a:off x="1133856" y="4039819"/>
            <a:ext cx="551840" cy="34747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【注意】瓶蓋桶已滿 連兩週居首｜本週29件（30.5%），較上週明顯上升。無法接收簡訊驗證碼持續高位36件，已連三週，建議追蹤SMS服務商改善進度。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760720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・全聯苓雅三多店站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760720" y="27569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・小北百貨高雄自強店站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760720" y="2962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・小北百貨高雄大昌店站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760720" y="34335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・特力屋新莊店站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76072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・全聯蘆洲重陽店站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760720" y="38450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・全聯中和新生店站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76072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・全家西港南海店站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760720" y="45217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・全家仁德新德店站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760720" y="4727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・台南總圖方舟站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2026-06-08T04:33:39Z</dcterms:created>
  <dcterms:modified xsi:type="dcterms:W3CDTF">2026-06-08T04:33:39Z</dcterms:modified>
</cp:coreProperties>
</file>