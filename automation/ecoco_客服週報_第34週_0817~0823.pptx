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2.png"/><Relationship Id="rId8" Type="http://schemas.openxmlformats.org/officeDocument/2006/relationships/image" Target="../media/image-2-2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(第34週)</a:t>
            </a:r>
            <a:endParaRPr lang="en-US" sz="1200" dirty="0"/>
          </a:p>
        </p:txBody>
      </p:sp>
      <p:pic>
        <p:nvPicPr>
          <p:cNvPr id="8" name="Image 0" descr="D:\info\0507_Weekly-Report\Operations-Weekly-Report\automation\icons\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61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(165件) 減少 104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DDEAF5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▼63%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D:\info\0507_Weekly-Report\Operations-Weekly-Report\automation\icons\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寶特瓶滿艙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16.4%（共 10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▲7.3%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D:\info\0507_Weekly-Report\Operations-Weekly-Report\automation\icons\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全家台南萬年店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臺南市（本週 2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▲2件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D:\info\0507_Weekly-Report\Operations-Weekly-Report\automation\icons\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44.3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代表案例類型：忘記密碼/無法重設密碼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▲4.9%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第30週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186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第31週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第34週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▼72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▼96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11.5%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許願新增站點/設站建議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1828800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828800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D:\info\0507_Weekly-Report\Operations-Weekly-Report\automation\icons\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42件 (87.5%)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38.1% (16件)</a:t>
            </a:r>
            <a:endParaRPr lang="en-US" sz="1600" dirty="0"/>
          </a:p>
        </p:txBody>
      </p:sp>
      <p:pic>
        <p:nvPicPr>
          <p:cNvPr id="14" name="Image 1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最高回報站點：桃園/全聯福利中心大溪員林店站（2件）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11.9% (5件)</a:t>
            </a:r>
            <a:endParaRPr lang="en-US" sz="1600" dirty="0"/>
          </a:p>
        </p:txBody>
      </p:sp>
      <p:pic>
        <p:nvPicPr>
          <p:cNvPr id="19" name="Image 2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最高回報站點：臺南/全聯福利中心仁德德安店站（2件）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7.1% (3件)</a:t>
            </a:r>
            <a:endParaRPr lang="en-US" sz="1600" dirty="0"/>
          </a:p>
        </p:txBody>
      </p:sp>
      <p:pic>
        <p:nvPicPr>
          <p:cNvPr id="24" name="Image 3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最高回報站點：桃園/全聯福利中心平鎮新富店站（1件）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D:\info\0507_Weekly-Report\Operations-Weekly-Report\automation\icons\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6件 (12.5%)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辨識失敗異常或錯誤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33.3% (2件)</a:t>
            </a:r>
            <a:endParaRPr lang="en-US" sz="1600" dirty="0"/>
          </a:p>
        </p:txBody>
      </p:sp>
      <p:pic>
        <p:nvPicPr>
          <p:cNvPr id="34" name="Image 5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最高回報站點：臺南/全家台南萬年店站（2件）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46023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7" name="Text 29"/>
          <p:cNvSpPr/>
          <p:nvPr/>
        </p:nvSpPr>
        <p:spPr>
          <a:xfrm>
            <a:off x="656996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701802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39" name="Image 6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8020" y="3261360"/>
            <a:ext cx="137160" cy="13716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20090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最高回報站點：臺中/全聯福利中心台中中平店站（1件）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46023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42" name="Text 33"/>
          <p:cNvSpPr/>
          <p:nvPr/>
        </p:nvSpPr>
        <p:spPr>
          <a:xfrm>
            <a:off x="656996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43" name="Text 34"/>
          <p:cNvSpPr/>
          <p:nvPr/>
        </p:nvSpPr>
        <p:spPr>
          <a:xfrm>
            <a:off x="701802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螢幕異常顯示/畫面異常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44" name="Image 7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4419600"/>
            <a:ext cx="137160" cy="13716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0090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最高回報站點：高雄/億進寢具鳳屏店站（1件）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47" name="Image 8" descr="D:\info\0507_Weekly-Report\Operations-Weekly-Report\automation\icons\war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【本週融合洞察】收瓶機客訴集中於「滿艙與登入異常」，其中「機台操作畫面無法登入」逾7成集中於 臺中/全聯福利中心台中大昌店站（1件），建議優先派工檢修；電池機客訴則高度集中於「點數未入帳」（33.3%），建議排查連線補發機制。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Hive 站點回收量貢獻／排名（總 563 站）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0" y="438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資料更新日期：2026/08/25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938528"/>
                <a:gridCol w="1124712"/>
                <a:gridCol w="3621024"/>
                <a:gridCol w="1938528"/>
                <a:gridCol w="193852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（總563）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城市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總回收量（瓶）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MOM排名趨勢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555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南山高中大中一樓站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362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553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Global Mall 環球新左營車站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734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552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澎湖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合橫國民小學站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788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551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成功大學光復第二宿舍站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863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547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成功大學芸青軒學生活動中心(二)站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1,136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546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雲林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全聯福利中心林內中正店站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1,352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545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特力屋大順店站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1,458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544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屏東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全聯福利中心屏東瑞民店站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1,461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543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台南歸仁測試快閃站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1,492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C</a:t>
                      </a:r>
                      <a:endParaRPr lang="en-US" sz="14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542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成功大學學生活動中心(一)站</a:t>
                      </a:r>
                      <a:endParaRPr lang="en-US" sz="11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1,601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5294376"/>
            <a:ext cx="11430000" cy="548640"/>
          </a:xfrm>
          <a:prstGeom prst="roundRect">
            <a:avLst>
              <a:gd name="adj" fmla="val 10000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29437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資料來源：Hive，站點貢獻程度以月回收量分級(最近 30 天塑膠＋鋁罐回收量) (前34%是A,中間33%是B,後面33%是C)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2026-08-25T00:44:12Z</dcterms:created>
  <dcterms:modified xsi:type="dcterms:W3CDTF">2026-08-25T00:44:12Z</dcterms:modified>
</cp:coreProperties>
</file>