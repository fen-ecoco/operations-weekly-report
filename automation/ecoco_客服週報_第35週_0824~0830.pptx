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(第35週)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76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(61件) 增加 15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▲24.6%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其他建議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14.5%（共 11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▲3%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萬家福中壢店方舟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桃園市（本週 5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▲5件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44.7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代表案例類型：其他建議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▲0.4%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32320" cy="3017520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第32週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第33週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第34週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第35週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11件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14.5%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8件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10.5%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138928"/>
            <a:ext cx="2327564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APP畫面顯示與機台狀態不符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5.3%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483096"/>
            <a:ext cx="1163782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第35週（08/24 ~ 08/30）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58件 (98.3%)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29.3% (17件)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最高回報站點：A｜桃園/全聯福利中心大溪員林店站（2件）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13.8% (8件)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最高回報站點：D｜臺南/迷客夏臺南華平店站（4件）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12.1% (7件)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最高回報站點：D｜新竹/全家芎林飛鳳店站（1件）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1件 (1.7%)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100% (1件)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最高回報站點：B｜桃園/小北百貨桃園大有店站（1件）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37" name="Image 6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【本週融合洞察】收瓶機客訴集中於「滿艙問題（回收箱／寶特瓶）」（29.3%，17件），最高回報站點為 A｜桃園/全聯福利中心大溪員林店站（2件），建議優先派工檢修；電池機客訴則集中於「點數未入帳號」（100.0%，1件），建議持續追蹤。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資料更新日期：2026/08/31（區間2026/08/01-08/31）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914400"/>
                <a:gridCol w="2423160"/>
                <a:gridCol w="1371600"/>
                <a:gridCol w="155448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（總540）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全聯福利中心三民十全三店站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全聯福利中心小港宏平店站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823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成功大學光復第二宿舍站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934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屏東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全聯福利中心屏東瑞民店站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1,075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屏東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全聯福利中心屏東瑞民店站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1,075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510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雲林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全聯福利中心林內中正店站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1,100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9" name="Image 0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0" y="2450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8" name="Image 1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2505456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07808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15200" y="360273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27" name="Image 2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3657600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07808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AI-HD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資料來源：Hive，一般站依近 30 個台灣日曆日實際清運的塑膠＋鋁罐瓶數分 S～F；三台以上有效收瓶機獨立列為 ARK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56" name="Shape 50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58" name="Text 52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2026-08-31T05:48:34Z</dcterms:created>
  <dcterms:modified xsi:type="dcterms:W3CDTF">2026-08-31T05:48:34Z</dcterms:modified>
</cp:coreProperties>
</file>