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FAE0B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7</c:v>
                </c:pt>
                <c:pt idx="1">
                  <c:v>69</c:v>
                </c:pt>
                <c:pt idx="2">
                  <c:v>13</c:v>
                </c:pt>
                <c:pt idx="3">
                  <c:v>16</c:v>
                </c:pt>
                <c:pt idx="4">
                  <c:v>21</c:v>
                </c:pt>
                <c:pt idx="5">
                  <c:v>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B8BEC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機台當機/無回應</c:v>
                </c:pt>
                <c:pt idx="2">
                  <c:v>機台需維護/故障提醒</c:v>
                </c:pt>
                <c:pt idx="3">
                  <c:v>機台操作畫面無法登入</c:v>
                </c:pt>
                <c:pt idx="4">
                  <c:v>投口綠燈拒收容器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15</c:v>
                </c:pt>
                <c:pt idx="1">
                  <c:v>14</c:v>
                </c:pt>
                <c:pt idx="2">
                  <c:v>7</c:v>
                </c:pt>
                <c:pt idx="3">
                  <c:v>6</c:v>
                </c:pt>
                <c:pt idx="4">
                  <c:v>4</c:v>
                </c:pt>
                <c:pt idx="5">
                  <c:v>23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06/22 ~ 06/28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814816" cy="1792224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005840"/>
                <a:gridCol w="1005840"/>
                <a:gridCol w="1005840"/>
                <a:gridCol w="804672"/>
                <a:gridCol w="804672"/>
                <a:gridCol w="804672"/>
                <a:gridCol w="768096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06/01-06/07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06/08-06/14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25週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06/15-06/21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06/22-06/28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主分類佔比（06/22 ~ 06/28）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" y="2642616"/>
          <a:ext cx="3529584" cy="2340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4.4%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69件　43.7%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　8.2%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16件　10.1%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21件　13.3%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32件　20.3%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app點數顯示異常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23件・14.6%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4" name="Shape 30"/>
          <p:cNvSpPr/>
          <p:nvPr/>
        </p:nvSpPr>
        <p:spPr>
          <a:xfrm>
            <a:off x="5833872" y="3387852"/>
            <a:ext cx="469928" cy="45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13件・8.2%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2" name="Shape 38"/>
          <p:cNvSpPr/>
          <p:nvPr/>
        </p:nvSpPr>
        <p:spPr>
          <a:xfrm>
            <a:off x="5833872" y="4210812"/>
            <a:ext cx="263932" cy="45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使用規則/限制條件說明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9件・5.7%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0" name="Shape 46"/>
          <p:cNvSpPr/>
          <p:nvPr/>
        </p:nvSpPr>
        <p:spPr>
          <a:xfrm>
            <a:off x="5833872" y="5033772"/>
            <a:ext cx="183465" cy="45720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06/22 ~ 06/28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" y="475488"/>
          <a:ext cx="2788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15件（21.7%）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　14件（20.3%）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7件（10.1%）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6件（8.7%）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投口綠燈拒收容器　4件（5.8%）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23件（33.3%）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（77件）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（13件）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本週熱點站點（第26週：06/22 ~ 06/28）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7" name="Shape 34"/>
          <p:cNvSpPr/>
          <p:nvPr/>
        </p:nvSpPr>
        <p:spPr>
          <a:xfrm>
            <a:off x="1133856" y="2610612"/>
            <a:ext cx="551840" cy="34747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3" name="Shape 40"/>
          <p:cNvSpPr/>
          <p:nvPr/>
        </p:nvSpPr>
        <p:spPr>
          <a:xfrm>
            <a:off x="1133856" y="2962656"/>
            <a:ext cx="519379" cy="34747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9" name="Shape 46"/>
          <p:cNvSpPr/>
          <p:nvPr/>
        </p:nvSpPr>
        <p:spPr>
          <a:xfrm>
            <a:off x="1133856" y="3314700"/>
            <a:ext cx="292151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7" name="Shape 54"/>
          <p:cNvSpPr/>
          <p:nvPr/>
        </p:nvSpPr>
        <p:spPr>
          <a:xfrm>
            <a:off x="1133856" y="3694176"/>
            <a:ext cx="1493215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app點數顯示異常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3" name="Shape 60"/>
          <p:cNvSpPr/>
          <p:nvPr/>
        </p:nvSpPr>
        <p:spPr>
          <a:xfrm>
            <a:off x="1133856" y="4039819"/>
            <a:ext cx="746608" cy="34747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【注意】app點數顯示異常 持續高位｜本週23件（14.6%）。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億進寢具安南店站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全聯福利中心柳營中山店站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億進寢具永大店站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全聯福利中心永和永貞店站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小北百貨新北新莊中港店站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小北百貨新北三重自強店站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全聯福利中心鳳山瑞隆東店站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全聯福利中心苓雅三多店站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小北百貨高雄市中店站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2026-07-01T08:06:09Z</dcterms:created>
  <dcterms:modified xsi:type="dcterms:W3CDTF">2026-07-01T08:06:09Z</dcterms:modified>
</cp:coreProperties>
</file>