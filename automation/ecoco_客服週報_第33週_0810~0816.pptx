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ecoco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第33週（08/10 ~ 08/16）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(第33週)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165 </a:t>
            </a:r>
            <a:pPr indent="0" marL="0">
              <a:buNone/>
            </a:pP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(157件) 增加 8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▲5.1%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點數未入帳號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12.1%（共 20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▲3.8%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全聯福利中心台中大昌店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臺中市（本週 13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▲13件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39.4</a:t>
            </a:r>
            <a:pPr indent="0" marL="0">
              <a:buNone/>
            </a:pP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代表案例類型：更換帳號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▲6.9%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32320" cy="3017520"/>
        </p:xfrm>
        <a:graphic>
          <a:graphicData uri="http://schemas.openxmlformats.org/drawingml/2006/table">
            <a:tbl>
              <a:tblPr/>
              <a:tblGrid>
                <a:gridCol w="1024128"/>
                <a:gridCol w="868680"/>
                <a:gridCol w="868680"/>
                <a:gridCol w="868680"/>
                <a:gridCol w="868680"/>
                <a:gridCol w="868680"/>
                <a:gridCol w="868680"/>
                <a:gridCol w="905256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第30週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186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第31週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第32週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第33週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20件</a:t>
            </a:r>
            <a:pPr indent="0" marL="0">
              <a:buNone/>
            </a:pP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12.1%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許願新增站點/設站建議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13件</a:t>
            </a:r>
            <a:pPr indent="0" marL="0">
              <a:buNone/>
            </a:pP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7.9%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5" name="Shape 48"/>
          <p:cNvSpPr/>
          <p:nvPr/>
        </p:nvSpPr>
        <p:spPr>
          <a:xfrm>
            <a:off x="8394192" y="5138928"/>
            <a:ext cx="2080260" cy="64008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更換帳號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7件</a:t>
            </a:r>
            <a:pPr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4.2%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2" name="Shape 55"/>
          <p:cNvSpPr/>
          <p:nvPr/>
        </p:nvSpPr>
        <p:spPr>
          <a:xfrm>
            <a:off x="8394192" y="6483096"/>
            <a:ext cx="1120140" cy="64008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第33週（08/10 ~ 08/16）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108件 (82.4%)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26.9% (29件)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最高回報站點：B｜臺北/全聯福利中心文山木新店站（3件）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機台操作畫面無法登入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13.9% (15件)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最高回報站點：B｜臺中/全聯福利中心台中大昌店站（11件）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9.3% (10件)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最高回報站點：C｜高雄/Q哥手機館高雄鳳山店站（2件）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7" name="Image 4" descr="D:\info\0507_Weekly-Report\Operations-Weekly-Report\automation\icons\batte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23件 (17.6%)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43.5% (10件)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最高回報站點：C｜雲林/小北百貨雲林民生南店站（3件）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螢幕異常顯示/畫面異常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26.1% (6件)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最高回報站點：B｜桃園/全聯福利中心大溪僑愛店站（3件）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履帶未作動或異常抖動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13% (3件)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最高回報站點：C｜彰化/全家溪湖再發店站（1件）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</p:sp>
      <p:pic>
        <p:nvPicPr>
          <p:cNvPr id="47" name="Image 8" descr="D:\info\0507_Weekly-Report\Operations-Weekly-Report\automation\icons\wa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【本週融合洞察】收瓶機客訴集中於「滿艙與登入異常」，其中「機台操作畫面無法登入」逾7成集中於 B｜臺中/全聯福利中心台中大昌店站（11件），建議優先派工檢修；電池機客訴則高度集中於「點數未入帳」（43.5%），建議排查連線補發機制。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Hive 站點回收量貢獻／排名（總 530 站）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0" y="438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資料更新日期：2026/08/21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11430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938528"/>
                <a:gridCol w="1124712"/>
                <a:gridCol w="3621024"/>
                <a:gridCol w="1938528"/>
                <a:gridCol w="193852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（總530）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城市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總回收量（瓶）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MOM排名趨勢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全聯福利中心官田中山店站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1,906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全聯福利中心湖內中山店站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2,710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小北百貨高雄鳳林店站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2,914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彰化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全家仁德德南店站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2,926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全聯福利中心三民十全三店站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3,266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448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日月光高雄K7廠站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5,400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437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全家仁德二仁店站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5,805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394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雲林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小北百貨高雄中正店站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6,700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380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嘉義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全聯福利中心嘉義湖子內店站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6,942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372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彰化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全家員林正新店站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7,066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294376"/>
            <a:ext cx="11430000" cy="54864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52943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資料來源：Hive，站點貢獻程度以月回收量分級(最近 30 天塑膠＋鋁罐回收量) (前34%是A,中間33%是B,後面33%是C)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2026-08-21T04:11:05Z</dcterms:created>
  <dcterms:modified xsi:type="dcterms:W3CDTF">2026-08-21T04:11:05Z</dcterms:modified>
</cp:coreProperties>
</file>