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2.png"/><Relationship Id="rId8" Type="http://schemas.openxmlformats.org/officeDocument/2006/relationships/image" Target="../media/image-2-2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第33週（08/10 ~ 08/16）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(第33週)</a:t>
            </a:r>
            <a:endParaRPr lang="en-US" sz="1200" dirty="0"/>
          </a:p>
        </p:txBody>
      </p:sp>
      <p:pic>
        <p:nvPicPr>
          <p:cNvPr id="8" name="Image 0" descr="/home/claude/work/icons/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165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(157件) 增加 8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▲5.1%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/home/claude/work/icons/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點數未入帳號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12.1%（共 20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▲3.8%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/home/claude/work/icons/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全聯福利中心台中大昌店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臺中市（本週 13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▲13件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/home/claude/work/icons/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39.4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代表案例類型：更換帳號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▲6.9%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第30週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186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第31週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第33週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20件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12.1%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許願新增站點/設站建議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13件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7.9%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2080260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更換帳號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4.2%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120140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第33週（08/10 ~ 08/16）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/home/claude/work/icons/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108件 (82.4%)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26.9% (29件)</a:t>
            </a:r>
            <a:endParaRPr lang="en-US" sz="1600" dirty="0"/>
          </a:p>
        </p:txBody>
      </p:sp>
      <p:pic>
        <p:nvPicPr>
          <p:cNvPr id="14" name="Image 1" descr="/home/claude/work/icons/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最高回報站點：B｜臺北/全聯福利中心文山木新店站（3件）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機台操作畫面無法登入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13.9% (15件)</a:t>
            </a:r>
            <a:endParaRPr lang="en-US" sz="1600" dirty="0"/>
          </a:p>
        </p:txBody>
      </p:sp>
      <p:pic>
        <p:nvPicPr>
          <p:cNvPr id="19" name="Image 2" descr="/home/claude/work/icons/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最高回報站點：B｜臺中/全聯福利中心台中大昌店站（11件）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9.3% (10件)</a:t>
            </a:r>
            <a:endParaRPr lang="en-US" sz="1600" dirty="0"/>
          </a:p>
        </p:txBody>
      </p:sp>
      <p:pic>
        <p:nvPicPr>
          <p:cNvPr id="24" name="Image 3" descr="/home/claude/work/icons/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最高回報站點：C｜高雄/Q哥手機館高雄鳳山店站（2件）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/home/claude/work/icons/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23件 (17.6%)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43.5% (10件)</a:t>
            </a:r>
            <a:endParaRPr lang="en-US" sz="1600" dirty="0"/>
          </a:p>
        </p:txBody>
      </p:sp>
      <p:pic>
        <p:nvPicPr>
          <p:cNvPr id="34" name="Image 5" descr="/home/claude/work/icons/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最高回報站點：C｜雲林/小北百貨雲林民生南店站（3件）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46023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7" name="Text 29"/>
          <p:cNvSpPr/>
          <p:nvPr/>
        </p:nvSpPr>
        <p:spPr>
          <a:xfrm>
            <a:off x="656996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701802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螢幕異常顯示/畫面異常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26.1% (6件)</a:t>
            </a:r>
            <a:endParaRPr lang="en-US" sz="1600" dirty="0"/>
          </a:p>
        </p:txBody>
      </p:sp>
      <p:pic>
        <p:nvPicPr>
          <p:cNvPr id="39" name="Image 6" descr="/home/claude/work/icons/pin_gr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8020" y="3261360"/>
            <a:ext cx="137160" cy="13716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20090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最高回報站點：B｜桃園/全聯福利中心大溪僑愛店站（3件）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46023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42" name="Text 33"/>
          <p:cNvSpPr/>
          <p:nvPr/>
        </p:nvSpPr>
        <p:spPr>
          <a:xfrm>
            <a:off x="656996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43" name="Text 34"/>
          <p:cNvSpPr/>
          <p:nvPr/>
        </p:nvSpPr>
        <p:spPr>
          <a:xfrm>
            <a:off x="701802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履帶未作動或異常抖動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13% (3件)</a:t>
            </a:r>
            <a:endParaRPr lang="en-US" sz="1600" dirty="0"/>
          </a:p>
        </p:txBody>
      </p:sp>
      <p:pic>
        <p:nvPicPr>
          <p:cNvPr id="44" name="Image 7" descr="/home/claude/work/icons/pin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4419600"/>
            <a:ext cx="137160" cy="13716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0090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最高回報站點：C｜彰化/全家溪湖再發店站（1件）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47" name="Image 8" descr="/home/claude/work/icons/war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【本週融合洞察】收瓶機客訴集中於「滿艙與登入異常」，其中「機台操作畫面無法登入」逾7成集中於 B｜臺中/全聯福利中心台中大昌店站（11件），建議優先派工檢修；電池機客訴則高度集中於「點數未入帳」（43.5%），建議排查連線補發機制。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Hive 站點回收量貢獻／排名（總 530 站）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0" y="438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資料更新日期：2026/08/21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938528"/>
                <a:gridCol w="1124712"/>
                <a:gridCol w="3621024"/>
                <a:gridCol w="1938528"/>
                <a:gridCol w="193852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（總530）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城市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總回收量（瓶）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MOM排名趨勢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全聯福利中心小港宏平店站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525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特力屋大順店站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277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成功大學光復第二宿舍站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700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成功大學芸青軒學生活動中心(二)站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802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雲林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全聯福利中心林內中正店站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1,063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520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成功大學學生活動中心(一)站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1,136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492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豐譽億載安居站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1,321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全聯福利中心湖內中山店站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1,689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成功大學生物科技教學大樓站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1,718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556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全聯福利中心彰化田中店站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1,748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5294376"/>
            <a:ext cx="11430000" cy="548640"/>
          </a:xfrm>
          <a:prstGeom prst="roundRect">
            <a:avLst>
              <a:gd name="adj" fmla="val 10000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29437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資料來源：Hive，站點貢獻程度以月回收量分級(最近 30 天塑膠＋鋁罐回收量)（前34%是A，中間33%是B，後面33%是C）。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2026-08-21T01:42:05Z</dcterms:created>
  <dcterms:modified xsi:type="dcterms:W3CDTF">2026-08-21T01:42:05Z</dcterms:modified>
</cp:coreProperties>
</file>