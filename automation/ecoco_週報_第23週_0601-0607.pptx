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佔比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dPt>
            <c:idx val="0"/>
            <c:bubble3D val="0"/>
            <c:spPr>
              <a:solidFill>
                <a:srgbClr val="060E9F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1"/>
            <c:bubble3D val="0"/>
            <c:spPr>
              <a:solidFill>
                <a:srgbClr val="FF5000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2"/>
            <c:bubble3D val="0"/>
            <c:spPr>
              <a:solidFill>
                <a:srgbClr val="0076A9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3"/>
            <c:bubble3D val="0"/>
            <c:spPr>
              <a:solidFill>
                <a:srgbClr val="FFCE00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4"/>
            <c:bubble3D val="0"/>
            <c:spPr>
              <a:solidFill>
                <a:srgbClr val="8EB8C9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5"/>
            <c:bubble3D val="0"/>
            <c:spPr>
              <a:solidFill>
                <a:srgbClr val="FAE0B8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APP帳號設定問題</c:v>
                </c:pt>
                <c:pt idx="1">
                  <c:v>機台問題</c:v>
                </c:pt>
                <c:pt idx="2">
                  <c:v>回收點數問題</c:v>
                </c:pt>
                <c:pt idx="3">
                  <c:v>顧客關係</c:v>
                </c:pt>
                <c:pt idx="4">
                  <c:v>優惠券問題</c:v>
                </c:pt>
                <c:pt idx="5">
                  <c:v>APP使用問題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44</c:v>
                </c:pt>
                <c:pt idx="1">
                  <c:v>78</c:v>
                </c:pt>
                <c:pt idx="2">
                  <c:v>19</c:v>
                </c:pt>
                <c:pt idx="3">
                  <c:v>11</c:v>
                </c:pt>
                <c:pt idx="4">
                  <c:v>13</c:v>
                </c:pt>
                <c:pt idx="5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機台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dPt>
            <c:idx val="0"/>
            <c:bubble3D val="0"/>
            <c:spPr>
              <a:solidFill>
                <a:srgbClr val="FF5000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1"/>
            <c:bubble3D val="0"/>
            <c:spPr>
              <a:solidFill>
                <a:srgbClr val="060E9F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2"/>
            <c:bubble3D val="0"/>
            <c:spPr>
              <a:solidFill>
                <a:srgbClr val="0076A9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3"/>
            <c:bubble3D val="0"/>
            <c:spPr>
              <a:solidFill>
                <a:srgbClr val="FFCE00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4"/>
            <c:bubble3D val="0"/>
            <c:spPr>
              <a:solidFill>
                <a:srgbClr val="8EB8C9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5"/>
            <c:bubble3D val="0"/>
            <c:spPr>
              <a:solidFill>
                <a:srgbClr val="B8BEC8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瓶蓋桶已滿</c:v>
                </c:pt>
                <c:pt idx="1">
                  <c:v>機台需維護/故障提醒</c:v>
                </c:pt>
                <c:pt idx="2">
                  <c:v>履帶未作動或異常抖動</c:v>
                </c:pt>
                <c:pt idx="3">
                  <c:v>操作流程異常/無法正常操作</c:v>
                </c:pt>
                <c:pt idx="4">
                  <c:v>機台操作畫面無法登入</c:v>
                </c:pt>
                <c:pt idx="5">
                  <c:v>其他機台問題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29</c:v>
                </c:pt>
                <c:pt idx="1">
                  <c:v>9</c:v>
                </c:pt>
                <c:pt idx="2">
                  <c:v>8</c:v>
                </c:pt>
                <c:pt idx="3">
                  <c:v>5</c:v>
                </c:pt>
                <c:pt idx="4">
                  <c:v>5</c:v>
                </c:pt>
                <c:pt idx="5">
                  <c:v>22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06/01 ~ 06/07　客訴問題分析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客訴趨勢分析</a:t>
            </a:r>
            <a:endParaRPr lang="en-US" sz="10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548640"/>
          <a:ext cx="8814816" cy="1792224"/>
        </p:xfrm>
        <a:graphic>
          <a:graphicData uri="http://schemas.openxmlformats.org/drawingml/2006/table">
            <a:tbl>
              <a:tblPr/>
              <a:tblGrid>
                <a:gridCol w="960120"/>
                <a:gridCol w="1051560"/>
                <a:gridCol w="1005840"/>
                <a:gridCol w="1005840"/>
                <a:gridCol w="1005840"/>
                <a:gridCol w="804672"/>
                <a:gridCol w="804672"/>
                <a:gridCol w="804672"/>
                <a:gridCol w="768096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週次/期間</a:t>
                      </a:r>
                      <a:endParaRPr lang="en-US" sz="85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收瓶機/方舟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二代電池機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註冊帳號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回收點數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優惠券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APP使用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顧客關係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加總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20週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05/11-05/17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21週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05/18-05/24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65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232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▲224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357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▲244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22週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05/25-05/31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95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▲30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123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▼109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22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16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275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▼82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23週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06/01-06/07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44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19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168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▼107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64592" y="2404872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7" name="Text 4"/>
          <p:cNvSpPr/>
          <p:nvPr/>
        </p:nvSpPr>
        <p:spPr>
          <a:xfrm>
            <a:off x="246888" y="24140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當週客訴佔比 + 主分類佔比（06/01 ~ 06/07）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" y="2642616"/>
          <a:ext cx="3529584" cy="23408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3703320" y="2706624"/>
            <a:ext cx="182880" cy="182880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10" name="Text 6"/>
          <p:cNvSpPr/>
          <p:nvPr/>
        </p:nvSpPr>
        <p:spPr>
          <a:xfrm>
            <a:off x="3941064" y="26700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APP帳號設定問題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941064" y="28620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44件　26.2%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703320" y="3095244"/>
            <a:ext cx="182880" cy="18288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13" name="Text 9"/>
          <p:cNvSpPr/>
          <p:nvPr/>
        </p:nvSpPr>
        <p:spPr>
          <a:xfrm>
            <a:off x="3941064" y="305866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機台問題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941064" y="325069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78件　46.4%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703320" y="3483864"/>
            <a:ext cx="182880" cy="18288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16" name="Text 12"/>
          <p:cNvSpPr/>
          <p:nvPr/>
        </p:nvSpPr>
        <p:spPr>
          <a:xfrm>
            <a:off x="3941064" y="34472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回收點數問題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941064" y="363931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19件　11.3%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703320" y="3872484"/>
            <a:ext cx="182880" cy="18288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19" name="Text 15"/>
          <p:cNvSpPr/>
          <p:nvPr/>
        </p:nvSpPr>
        <p:spPr>
          <a:xfrm>
            <a:off x="3941064" y="383590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顧客關係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941064" y="402793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11件　6.5%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703320" y="4261104"/>
            <a:ext cx="182880" cy="182880"/>
          </a:xfrm>
          <a:prstGeom prst="rect">
            <a:avLst/>
          </a:prstGeom>
          <a:solidFill>
            <a:srgbClr val="8EB8C9"/>
          </a:solidFill>
          <a:ln/>
        </p:spPr>
      </p:sp>
      <p:sp>
        <p:nvSpPr>
          <p:cNvPr id="22" name="Text 18"/>
          <p:cNvSpPr/>
          <p:nvPr/>
        </p:nvSpPr>
        <p:spPr>
          <a:xfrm>
            <a:off x="3941064" y="422452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優惠券問題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941064" y="441655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13件　7.7%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703320" y="4649724"/>
            <a:ext cx="182880" cy="182880"/>
          </a:xfrm>
          <a:prstGeom prst="rect">
            <a:avLst/>
          </a:prstGeom>
          <a:solidFill>
            <a:srgbClr val="FAE0B8"/>
          </a:solidFill>
          <a:ln/>
        </p:spPr>
      </p:sp>
      <p:sp>
        <p:nvSpPr>
          <p:cNvPr id="25" name="Text 21"/>
          <p:cNvSpPr/>
          <p:nvPr/>
        </p:nvSpPr>
        <p:spPr>
          <a:xfrm>
            <a:off x="3941064" y="46131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APP使用問題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941064" y="48051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3件　1.8%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788152" y="2642616"/>
            <a:ext cx="3264408" cy="800100"/>
          </a:xfrm>
          <a:prstGeom prst="rect">
            <a:avLst/>
          </a:prstGeom>
          <a:solidFill>
            <a:srgbClr val="FFF4E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788152" y="2642616"/>
            <a:ext cx="45720" cy="80010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29" name="Text 25"/>
          <p:cNvSpPr/>
          <p:nvPr/>
        </p:nvSpPr>
        <p:spPr>
          <a:xfrm>
            <a:off x="5879592" y="26974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089904" y="26974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無法接收簡訊驗證碼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089904" y="291693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36件・21.4%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8348472" y="271576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3" name="Shape 29"/>
          <p:cNvSpPr/>
          <p:nvPr/>
        </p:nvSpPr>
        <p:spPr>
          <a:xfrm>
            <a:off x="5833872" y="338785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34" name="Shape 30"/>
          <p:cNvSpPr/>
          <p:nvPr/>
        </p:nvSpPr>
        <p:spPr>
          <a:xfrm>
            <a:off x="5833872" y="3387852"/>
            <a:ext cx="688799" cy="4572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5" name="Shape 31"/>
          <p:cNvSpPr/>
          <p:nvPr/>
        </p:nvSpPr>
        <p:spPr>
          <a:xfrm>
            <a:off x="5788152" y="3465576"/>
            <a:ext cx="3264408" cy="800100"/>
          </a:xfrm>
          <a:prstGeom prst="rect">
            <a:avLst/>
          </a:prstGeom>
          <a:solidFill>
            <a:srgbClr val="EEF6FB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788152" y="3465576"/>
            <a:ext cx="45720" cy="80010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37" name="Text 33"/>
          <p:cNvSpPr/>
          <p:nvPr/>
        </p:nvSpPr>
        <p:spPr>
          <a:xfrm>
            <a:off x="5879592" y="3520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089904" y="3520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089904" y="373989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19件・11.3%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8348472" y="353872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1" name="Shape 37"/>
          <p:cNvSpPr/>
          <p:nvPr/>
        </p:nvSpPr>
        <p:spPr>
          <a:xfrm>
            <a:off x="5833872" y="421081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42" name="Shape 38"/>
          <p:cNvSpPr/>
          <p:nvPr/>
        </p:nvSpPr>
        <p:spPr>
          <a:xfrm>
            <a:off x="5833872" y="4210812"/>
            <a:ext cx="363712" cy="4572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43" name="Shape 39"/>
          <p:cNvSpPr/>
          <p:nvPr/>
        </p:nvSpPr>
        <p:spPr>
          <a:xfrm>
            <a:off x="5788152" y="4288536"/>
            <a:ext cx="3264408" cy="800100"/>
          </a:xfrm>
          <a:prstGeom prst="rect">
            <a:avLst/>
          </a:prstGeom>
          <a:solidFill>
            <a:srgbClr val="F5F7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5788152" y="4288536"/>
            <a:ext cx="45720" cy="800100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45" name="Text 41"/>
          <p:cNvSpPr/>
          <p:nvPr/>
        </p:nvSpPr>
        <p:spPr>
          <a:xfrm>
            <a:off x="5879592" y="43434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089904" y="43434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忘記密碼/無法重設密碼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089904" y="456285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5件・3%</a:t>
            </a:r>
            <a:endParaRPr lang="en-US" sz="1800" dirty="0"/>
          </a:p>
        </p:txBody>
      </p:sp>
      <p:sp>
        <p:nvSpPr>
          <p:cNvPr id="48" name="Text 44"/>
          <p:cNvSpPr/>
          <p:nvPr/>
        </p:nvSpPr>
        <p:spPr>
          <a:xfrm>
            <a:off x="8348472" y="436168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9" name="Shape 45"/>
          <p:cNvSpPr/>
          <p:nvPr/>
        </p:nvSpPr>
        <p:spPr>
          <a:xfrm>
            <a:off x="5833872" y="503377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0" name="Shape 46"/>
          <p:cNvSpPr/>
          <p:nvPr/>
        </p:nvSpPr>
        <p:spPr>
          <a:xfrm>
            <a:off x="5833872" y="5033772"/>
            <a:ext cx="96561" cy="45720"/>
          </a:xfrm>
          <a:prstGeom prst="rect">
            <a:avLst/>
          </a:prstGeom>
          <a:solidFill>
            <a:srgbClr val="060E9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06/01 ~ 06/07　機台問題佔比 與 熱門站點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客訴詳情與分類佔比</a:t>
            </a: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" y="475488"/>
          <a:ext cx="278892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907792" y="530352"/>
            <a:ext cx="137160" cy="13716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7" name="Text 4"/>
          <p:cNvSpPr/>
          <p:nvPr/>
        </p:nvSpPr>
        <p:spPr>
          <a:xfrm>
            <a:off x="3090672" y="49377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　29件（37.2%）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907792" y="754380"/>
            <a:ext cx="137160" cy="137160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9" name="Text 6"/>
          <p:cNvSpPr/>
          <p:nvPr/>
        </p:nvSpPr>
        <p:spPr>
          <a:xfrm>
            <a:off x="3090672" y="7178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機台需維護/故障提醒　9件（11.5%）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07792" y="978408"/>
            <a:ext cx="137160" cy="13716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11" name="Text 8"/>
          <p:cNvSpPr/>
          <p:nvPr/>
        </p:nvSpPr>
        <p:spPr>
          <a:xfrm>
            <a:off x="3090672" y="94183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履帶未作動或異常抖動　8件（10.3%）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07792" y="1202436"/>
            <a:ext cx="137160" cy="13716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13" name="Text 10"/>
          <p:cNvSpPr/>
          <p:nvPr/>
        </p:nvSpPr>
        <p:spPr>
          <a:xfrm>
            <a:off x="3090672" y="11658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操作流程異常/無法正常操作　5件（6.4%）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07792" y="1426464"/>
            <a:ext cx="137160" cy="137160"/>
          </a:xfrm>
          <a:prstGeom prst="rect">
            <a:avLst/>
          </a:prstGeom>
          <a:solidFill>
            <a:srgbClr val="8EB8C9"/>
          </a:solidFill>
          <a:ln/>
        </p:spPr>
      </p:sp>
      <p:sp>
        <p:nvSpPr>
          <p:cNvPr id="15" name="Text 12"/>
          <p:cNvSpPr/>
          <p:nvPr/>
        </p:nvSpPr>
        <p:spPr>
          <a:xfrm>
            <a:off x="3090672" y="138988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機台操作畫面無法登入　5件（6.4%）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907792" y="1650492"/>
            <a:ext cx="137160" cy="137160"/>
          </a:xfrm>
          <a:prstGeom prst="rect">
            <a:avLst/>
          </a:prstGeom>
          <a:solidFill>
            <a:srgbClr val="B8BEC8"/>
          </a:solidFill>
          <a:ln/>
        </p:spPr>
      </p:sp>
      <p:sp>
        <p:nvSpPr>
          <p:cNvPr id="17" name="Text 14"/>
          <p:cNvSpPr/>
          <p:nvPr/>
        </p:nvSpPr>
        <p:spPr>
          <a:xfrm>
            <a:off x="3090672" y="161391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其他機台問題　22件（28.2%）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96128" y="475488"/>
            <a:ext cx="1005840" cy="1554480"/>
          </a:xfrm>
          <a:prstGeom prst="rect">
            <a:avLst/>
          </a:prstGeom>
          <a:solidFill>
            <a:srgbClr val="FFF3EC"/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9612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收瓶機/方舟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59612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559612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（95件）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693408" y="475488"/>
            <a:ext cx="1005840" cy="1554480"/>
          </a:xfrm>
          <a:prstGeom prst="rect">
            <a:avLst/>
          </a:prstGeom>
          <a:solidFill>
            <a:srgbClr val="EDF5FB"/>
          </a:solidFill>
          <a:ln w="12700">
            <a:solidFill>
              <a:srgbClr val="8EB8C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9340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電池機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9340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669340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（6件）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64592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27" name="Text 24"/>
          <p:cNvSpPr/>
          <p:nvPr/>
        </p:nvSpPr>
        <p:spPr>
          <a:xfrm>
            <a:off x="246888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收瓶機、電池機客訴 Top 3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669280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29" name="Text 26"/>
          <p:cNvSpPr/>
          <p:nvPr/>
        </p:nvSpPr>
        <p:spPr>
          <a:xfrm>
            <a:off x="5751576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本週熱點站點（第23週：06/01 ~ 06/07）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31" name="Text 28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41248" y="2322576"/>
            <a:ext cx="4736592" cy="333756"/>
          </a:xfrm>
          <a:prstGeom prst="rect">
            <a:avLst/>
          </a:prstGeom>
          <a:solidFill>
            <a:srgbClr val="EDF3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96112" y="238658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33856" y="23865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809744" y="235915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133856" y="2610612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37" name="Shape 34"/>
          <p:cNvSpPr/>
          <p:nvPr/>
        </p:nvSpPr>
        <p:spPr>
          <a:xfrm>
            <a:off x="1133856" y="2610612"/>
            <a:ext cx="1006297" cy="34747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8" name="Shape 35"/>
          <p:cNvSpPr/>
          <p:nvPr/>
        </p:nvSpPr>
        <p:spPr>
          <a:xfrm>
            <a:off x="841248" y="2674620"/>
            <a:ext cx="4736592" cy="333756"/>
          </a:xfrm>
          <a:prstGeom prst="rect">
            <a:avLst/>
          </a:prstGeom>
          <a:solidFill>
            <a:srgbClr val="F4F8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96112" y="273862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133856" y="27386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809744" y="271119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60E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1133856" y="296265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43" name="Shape 40"/>
          <p:cNvSpPr/>
          <p:nvPr/>
        </p:nvSpPr>
        <p:spPr>
          <a:xfrm>
            <a:off x="1133856" y="2962656"/>
            <a:ext cx="649224" cy="34747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44" name="Shape 41"/>
          <p:cNvSpPr/>
          <p:nvPr/>
        </p:nvSpPr>
        <p:spPr>
          <a:xfrm>
            <a:off x="841248" y="3026664"/>
            <a:ext cx="4736592" cy="333756"/>
          </a:xfrm>
          <a:prstGeom prst="rect">
            <a:avLst/>
          </a:prstGeom>
          <a:solidFill>
            <a:srgbClr val="F9FB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6112" y="309067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133856" y="30906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履帶未作動或異常抖動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809744" y="306324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1133856" y="3314700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49" name="Shape 46"/>
          <p:cNvSpPr/>
          <p:nvPr/>
        </p:nvSpPr>
        <p:spPr>
          <a:xfrm>
            <a:off x="1133856" y="3314700"/>
            <a:ext cx="259690" cy="34747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0" name="Shape 47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51" name="Text 48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池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41248" y="3415284"/>
            <a:ext cx="4736592" cy="327355"/>
          </a:xfrm>
          <a:prstGeom prst="rect">
            <a:avLst/>
          </a:prstGeom>
          <a:solidFill>
            <a:srgbClr val="F0FDF7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96112" y="34792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133856" y="34792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操作流程異常/無法正常操作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4809744" y="345186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000" dirty="0"/>
          </a:p>
        </p:txBody>
      </p:sp>
      <p:sp>
        <p:nvSpPr>
          <p:cNvPr id="56" name="Shape 53"/>
          <p:cNvSpPr/>
          <p:nvPr/>
        </p:nvSpPr>
        <p:spPr>
          <a:xfrm>
            <a:off x="1133856" y="369417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7" name="Shape 54"/>
          <p:cNvSpPr/>
          <p:nvPr/>
        </p:nvSpPr>
        <p:spPr>
          <a:xfrm>
            <a:off x="1133856" y="3694176"/>
            <a:ext cx="1071220" cy="34747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8" name="Shape 55"/>
          <p:cNvSpPr/>
          <p:nvPr/>
        </p:nvSpPr>
        <p:spPr>
          <a:xfrm>
            <a:off x="841248" y="3760927"/>
            <a:ext cx="4736592" cy="327355"/>
          </a:xfrm>
          <a:prstGeom prst="rect">
            <a:avLst/>
          </a:prstGeom>
          <a:solidFill>
            <a:srgbClr val="F7FAFE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96112" y="3824935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B8C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1133856" y="3824935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機台操作畫面無法登入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4809744" y="3797503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E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2000" dirty="0"/>
          </a:p>
        </p:txBody>
      </p:sp>
      <p:sp>
        <p:nvSpPr>
          <p:cNvPr id="62" name="Shape 59"/>
          <p:cNvSpPr/>
          <p:nvPr/>
        </p:nvSpPr>
        <p:spPr>
          <a:xfrm>
            <a:off x="1133856" y="4039819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63" name="Shape 60"/>
          <p:cNvSpPr/>
          <p:nvPr/>
        </p:nvSpPr>
        <p:spPr>
          <a:xfrm>
            <a:off x="1133856" y="4039819"/>
            <a:ext cx="551840" cy="34747"/>
          </a:xfrm>
          <a:prstGeom prst="rect">
            <a:avLst/>
          </a:prstGeom>
          <a:solidFill>
            <a:srgbClr val="8EB8C9"/>
          </a:solidFill>
          <a:ln/>
        </p:spPr>
      </p:sp>
      <p:sp>
        <p:nvSpPr>
          <p:cNvPr id="64" name="Shape 61"/>
          <p:cNvSpPr/>
          <p:nvPr/>
        </p:nvSpPr>
        <p:spPr>
          <a:xfrm>
            <a:off x="164592" y="4151376"/>
            <a:ext cx="5376672" cy="548640"/>
          </a:xfrm>
          <a:prstGeom prst="rect">
            <a:avLst/>
          </a:prstGeom>
          <a:solidFill>
            <a:srgbClr val="FAE0B8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256032" y="4169664"/>
            <a:ext cx="52303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【注意】無法接收簡訊驗證碼 持續高位｜本週36件（21.4%）。【注意】點數未入帳號 持續高位｜本週19件（11.3%）。收瓶機 瓶蓋桶已滿 29件（31.0%）居首，請確認清空頻率。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5669280" y="2304288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</p:sp>
      <p:sp>
        <p:nvSpPr>
          <p:cNvPr id="67" name="Text 64"/>
          <p:cNvSpPr/>
          <p:nvPr/>
        </p:nvSpPr>
        <p:spPr>
          <a:xfrm>
            <a:off x="5724144" y="23042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高雄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8412480" y="230428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5760720" y="25511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・全聯福利中心苓雅三多店站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8412480" y="25511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5760720" y="27569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・小北百貨高雄自強店站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8412480" y="27569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5760720" y="29626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・全聯福利中心高雄鳳林店站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8412480" y="29626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5669280" y="3186684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</p:sp>
      <p:sp>
        <p:nvSpPr>
          <p:cNvPr id="76" name="Text 73"/>
          <p:cNvSpPr/>
          <p:nvPr/>
        </p:nvSpPr>
        <p:spPr>
          <a:xfrm>
            <a:off x="5724144" y="31866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新北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8412480" y="318668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78" name="Text 75"/>
          <p:cNvSpPr/>
          <p:nvPr/>
        </p:nvSpPr>
        <p:spPr>
          <a:xfrm>
            <a:off x="5760720" y="34335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・特力屋新莊店站</a:t>
            </a:r>
            <a:endParaRPr lang="en-US" sz="850" dirty="0"/>
          </a:p>
        </p:txBody>
      </p:sp>
      <p:sp>
        <p:nvSpPr>
          <p:cNvPr id="79" name="Text 76"/>
          <p:cNvSpPr/>
          <p:nvPr/>
        </p:nvSpPr>
        <p:spPr>
          <a:xfrm>
            <a:off x="8412480" y="34335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760720" y="36393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・全聯福利中心蘆洲重陽店站</a:t>
            </a:r>
            <a:endParaRPr lang="en-US" sz="850" dirty="0"/>
          </a:p>
        </p:txBody>
      </p:sp>
      <p:sp>
        <p:nvSpPr>
          <p:cNvPr id="81" name="Text 78"/>
          <p:cNvSpPr/>
          <p:nvPr/>
        </p:nvSpPr>
        <p:spPr>
          <a:xfrm>
            <a:off x="8412480" y="3639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5760720" y="38450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・全聯福利中心中和新生店站</a:t>
            </a:r>
            <a:endParaRPr lang="en-US" sz="850" dirty="0"/>
          </a:p>
        </p:txBody>
      </p:sp>
      <p:sp>
        <p:nvSpPr>
          <p:cNvPr id="83" name="Text 80"/>
          <p:cNvSpPr/>
          <p:nvPr/>
        </p:nvSpPr>
        <p:spPr>
          <a:xfrm>
            <a:off x="8412480" y="38450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669280" y="4069080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</p:sp>
      <p:sp>
        <p:nvSpPr>
          <p:cNvPr id="85" name="Text 82"/>
          <p:cNvSpPr/>
          <p:nvPr/>
        </p:nvSpPr>
        <p:spPr>
          <a:xfrm>
            <a:off x="5724144" y="40690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桃園</a:t>
            </a:r>
            <a:endParaRPr lang="en-US" sz="1200" dirty="0"/>
          </a:p>
        </p:txBody>
      </p:sp>
      <p:sp>
        <p:nvSpPr>
          <p:cNvPr id="86" name="Text 83"/>
          <p:cNvSpPr/>
          <p:nvPr/>
        </p:nvSpPr>
        <p:spPr>
          <a:xfrm>
            <a:off x="8412480" y="406908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87" name="Text 84"/>
          <p:cNvSpPr/>
          <p:nvPr/>
        </p:nvSpPr>
        <p:spPr>
          <a:xfrm>
            <a:off x="576072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・全聯福利中心平鎮上海店站</a:t>
            </a:r>
            <a:endParaRPr lang="en-US" sz="850" dirty="0"/>
          </a:p>
        </p:txBody>
      </p:sp>
      <p:sp>
        <p:nvSpPr>
          <p:cNvPr id="88" name="Text 85"/>
          <p:cNvSpPr/>
          <p:nvPr/>
        </p:nvSpPr>
        <p:spPr>
          <a:xfrm>
            <a:off x="8412480" y="4315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5760720" y="452170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・全聯福利中心大園春德店站</a:t>
            </a:r>
            <a:endParaRPr lang="en-US" sz="850" dirty="0"/>
          </a:p>
        </p:txBody>
      </p:sp>
      <p:sp>
        <p:nvSpPr>
          <p:cNvPr id="90" name="Text 87"/>
          <p:cNvSpPr/>
          <p:nvPr/>
        </p:nvSpPr>
        <p:spPr>
          <a:xfrm>
            <a:off x="8412480" y="45217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1" name="Text 88"/>
          <p:cNvSpPr/>
          <p:nvPr/>
        </p:nvSpPr>
        <p:spPr>
          <a:xfrm>
            <a:off x="5760720" y="47274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・全聯福利中心蘆竹興福店站</a:t>
            </a:r>
            <a:endParaRPr lang="en-US" sz="850" dirty="0"/>
          </a:p>
        </p:txBody>
      </p:sp>
      <p:sp>
        <p:nvSpPr>
          <p:cNvPr id="92" name="Text 89"/>
          <p:cNvSpPr/>
          <p:nvPr/>
        </p:nvSpPr>
        <p:spPr>
          <a:xfrm>
            <a:off x="8412480" y="47274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2026-06-11T07:58:00Z</dcterms:created>
  <dcterms:modified xsi:type="dcterms:W3CDTF">2026-06-11T07:58:00Z</dcterms:modified>
</cp:coreProperties>
</file>